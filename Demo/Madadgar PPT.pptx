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3"/>
  </p:notesMasterIdLst>
  <p:sldIdLst>
    <p:sldId id="256" r:id="rId2"/>
    <p:sldId id="309" r:id="rId3"/>
    <p:sldId id="258" r:id="rId4"/>
    <p:sldId id="280" r:id="rId5"/>
    <p:sldId id="265" r:id="rId6"/>
    <p:sldId id="259" r:id="rId7"/>
    <p:sldId id="266" r:id="rId8"/>
    <p:sldId id="270" r:id="rId9"/>
    <p:sldId id="281" r:id="rId10"/>
    <p:sldId id="261" r:id="rId11"/>
    <p:sldId id="277" r:id="rId12"/>
  </p:sldIdLst>
  <p:sldSz cx="9144000" cy="5143500" type="screen16x9"/>
  <p:notesSz cx="6858000" cy="9144000"/>
  <p:embeddedFontLst>
    <p:embeddedFont>
      <p:font typeface="Raleway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5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C4E0AB-8B84-40E1-BDBE-2F1A513BE01D}">
  <a:tblStyle styleId="{0CC4E0AB-8B84-40E1-BDBE-2F1A513BE01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2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2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0239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9653453a3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9653453a32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9653453a32_0_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9653453a32_0_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8ceba84788_0_1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8ceba84788_0_1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8ceba84788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8ceba84788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8ecf1f1e99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8ecf1f1e99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g9781e09573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9781e09573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9653453a32_0_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9653453a32_0_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8ceba84788_0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8ceba84788_0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9653453a32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9653453a32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5800" y="2278345"/>
            <a:ext cx="44103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2770">
            <a:off x="3143723" y="-723971"/>
            <a:ext cx="8629335" cy="7691461"/>
            <a:chOff x="1543903" y="1051131"/>
            <a:chExt cx="4579322" cy="4218197"/>
          </a:xfrm>
        </p:grpSpPr>
        <p:sp>
          <p:nvSpPr>
            <p:cNvPr id="12" name="Google Shape;12;p2"/>
            <p:cNvSpPr/>
            <p:nvPr/>
          </p:nvSpPr>
          <p:spPr>
            <a:xfrm>
              <a:off x="1543903" y="1051131"/>
              <a:ext cx="4579322" cy="4218197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17" name="Google Shape;17;p3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4837429" y="1652159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4758372" y="1512749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416563" y="1955400"/>
            <a:ext cx="321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199900" y="2797200"/>
            <a:ext cx="4744200" cy="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516538" y="1955400"/>
            <a:ext cx="940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5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8"/>
          <p:cNvGrpSpPr/>
          <p:nvPr/>
        </p:nvGrpSpPr>
        <p:grpSpPr>
          <a:xfrm rot="-6901726">
            <a:off x="-2319547" y="-2509460"/>
            <a:ext cx="10526452" cy="10365738"/>
            <a:chOff x="1132290" y="467842"/>
            <a:chExt cx="5085019" cy="4954098"/>
          </a:xfrm>
        </p:grpSpPr>
        <p:sp>
          <p:nvSpPr>
            <p:cNvPr id="49" name="Google Shape;49;p8"/>
            <p:cNvSpPr/>
            <p:nvPr/>
          </p:nvSpPr>
          <p:spPr>
            <a:xfrm rot="-1172623">
              <a:off x="1674207" y="1021347"/>
              <a:ext cx="4001184" cy="3847088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627800" y="1790250"/>
            <a:ext cx="4982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ubTitle" idx="1"/>
          </p:nvPr>
        </p:nvSpPr>
        <p:spPr>
          <a:xfrm>
            <a:off x="627800" y="2632050"/>
            <a:ext cx="4982400" cy="7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71" name="Google Shape;71;p11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" name="Google Shape;74;p11"/>
          <p:cNvSpPr txBox="1">
            <a:spLocks noGrp="1"/>
          </p:cNvSpPr>
          <p:nvPr>
            <p:ph type="title" hasCustomPrompt="1"/>
          </p:nvPr>
        </p:nvSpPr>
        <p:spPr>
          <a:xfrm>
            <a:off x="1327050" y="1598088"/>
            <a:ext cx="6489900" cy="13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5" name="Google Shape;75;p11"/>
          <p:cNvSpPr txBox="1">
            <a:spLocks noGrp="1"/>
          </p:cNvSpPr>
          <p:nvPr>
            <p:ph type="subTitle" idx="1"/>
          </p:nvPr>
        </p:nvSpPr>
        <p:spPr>
          <a:xfrm>
            <a:off x="1327050" y="2945463"/>
            <a:ext cx="6489900" cy="4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ft title">
  <p:cSld name="CUSTOM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/>
          <p:nvPr/>
        </p:nvSpPr>
        <p:spPr>
          <a:xfrm rot="277699">
            <a:off x="611389" y="-2396143"/>
            <a:ext cx="10332728" cy="9979420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>
            <a:off x="723900" y="448056"/>
            <a:ext cx="23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text">
  <p:cSld name="CUSTOM_2">
    <p:bg>
      <p:bgPr>
        <a:solidFill>
          <a:schemeClr val="accent3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5"/>
          <p:cNvGrpSpPr/>
          <p:nvPr/>
        </p:nvGrpSpPr>
        <p:grpSpPr>
          <a:xfrm rot="-2808582" flipH="1">
            <a:off x="-769895" y="-1911250"/>
            <a:ext cx="9580815" cy="9304939"/>
            <a:chOff x="1786775" y="1002200"/>
            <a:chExt cx="3861800" cy="3712875"/>
          </a:xfrm>
        </p:grpSpPr>
        <p:sp>
          <p:nvSpPr>
            <p:cNvPr id="88" name="Google Shape;88;p15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940975" y="39250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2"/>
          </p:nvPr>
        </p:nvSpPr>
        <p:spPr>
          <a:xfrm>
            <a:off x="940975" y="276685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940975" y="16086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4"/>
          </p:nvPr>
        </p:nvSpPr>
        <p:spPr>
          <a:xfrm>
            <a:off x="940975" y="35076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A5B7C6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5"/>
          </p:nvPr>
        </p:nvSpPr>
        <p:spPr>
          <a:xfrm>
            <a:off x="940975" y="23387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445D7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ubTitle" idx="6"/>
          </p:nvPr>
        </p:nvSpPr>
        <p:spPr>
          <a:xfrm>
            <a:off x="940975" y="116985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s and descriptions">
  <p:cSld name="CUSTOM_4">
    <p:bg>
      <p:bgPr>
        <a:solidFill>
          <a:schemeClr val="accent3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1"/>
          </p:nvPr>
        </p:nvSpPr>
        <p:spPr>
          <a:xfrm>
            <a:off x="656250" y="2233331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subTitle" idx="2"/>
          </p:nvPr>
        </p:nvSpPr>
        <p:spPr>
          <a:xfrm>
            <a:off x="6562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6" name="Google Shape;116;p17"/>
          <p:cNvSpPr txBox="1">
            <a:spLocks noGrp="1"/>
          </p:cNvSpPr>
          <p:nvPr>
            <p:ph type="subTitle" idx="3"/>
          </p:nvPr>
        </p:nvSpPr>
        <p:spPr>
          <a:xfrm>
            <a:off x="3361350" y="2233331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ubTitle" idx="4"/>
          </p:nvPr>
        </p:nvSpPr>
        <p:spPr>
          <a:xfrm>
            <a:off x="33613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ubTitle" idx="5"/>
          </p:nvPr>
        </p:nvSpPr>
        <p:spPr>
          <a:xfrm>
            <a:off x="6066450" y="2233331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9" name="Google Shape;119;p17"/>
          <p:cNvSpPr txBox="1">
            <a:spLocks noGrp="1"/>
          </p:cNvSpPr>
          <p:nvPr>
            <p:ph type="subTitle" idx="6"/>
          </p:nvPr>
        </p:nvSpPr>
        <p:spPr>
          <a:xfrm>
            <a:off x="60664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subTitle" idx="7"/>
          </p:nvPr>
        </p:nvSpPr>
        <p:spPr>
          <a:xfrm>
            <a:off x="656250" y="40847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8"/>
          </p:nvPr>
        </p:nvSpPr>
        <p:spPr>
          <a:xfrm>
            <a:off x="6562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subTitle" idx="9"/>
          </p:nvPr>
        </p:nvSpPr>
        <p:spPr>
          <a:xfrm>
            <a:off x="3361350" y="40847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13"/>
          </p:nvPr>
        </p:nvSpPr>
        <p:spPr>
          <a:xfrm>
            <a:off x="33613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subTitle" idx="14"/>
          </p:nvPr>
        </p:nvSpPr>
        <p:spPr>
          <a:xfrm>
            <a:off x="6066450" y="408472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15"/>
          </p:nvPr>
        </p:nvSpPr>
        <p:spPr>
          <a:xfrm>
            <a:off x="60664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 idx="16" hasCustomPrompt="1"/>
          </p:nvPr>
        </p:nvSpPr>
        <p:spPr>
          <a:xfrm>
            <a:off x="1532300" y="124277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 idx="17" hasCustomPrompt="1"/>
          </p:nvPr>
        </p:nvSpPr>
        <p:spPr>
          <a:xfrm>
            <a:off x="1532300" y="30844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idx="18" hasCustomPrompt="1"/>
          </p:nvPr>
        </p:nvSpPr>
        <p:spPr>
          <a:xfrm>
            <a:off x="4237450" y="12428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title" idx="19" hasCustomPrompt="1"/>
          </p:nvPr>
        </p:nvSpPr>
        <p:spPr>
          <a:xfrm>
            <a:off x="4237500" y="30844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20" hasCustomPrompt="1"/>
          </p:nvPr>
        </p:nvSpPr>
        <p:spPr>
          <a:xfrm>
            <a:off x="6942450" y="12428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 idx="21" hasCustomPrompt="1"/>
          </p:nvPr>
        </p:nvSpPr>
        <p:spPr>
          <a:xfrm>
            <a:off x="6942300" y="3084425"/>
            <a:ext cx="6693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9">
    <p:bg>
      <p:bgPr>
        <a:solidFill>
          <a:schemeClr val="lt1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subTitle" idx="1"/>
          </p:nvPr>
        </p:nvSpPr>
        <p:spPr>
          <a:xfrm>
            <a:off x="524811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3" name="Google Shape;163;p22"/>
          <p:cNvSpPr txBox="1">
            <a:spLocks noGrp="1"/>
          </p:cNvSpPr>
          <p:nvPr>
            <p:ph type="subTitle" idx="2"/>
          </p:nvPr>
        </p:nvSpPr>
        <p:spPr>
          <a:xfrm>
            <a:off x="3506266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4" name="Google Shape;164;p22"/>
          <p:cNvSpPr txBox="1">
            <a:spLocks noGrp="1"/>
          </p:cNvSpPr>
          <p:nvPr>
            <p:ph type="subTitle" idx="3"/>
          </p:nvPr>
        </p:nvSpPr>
        <p:spPr>
          <a:xfrm>
            <a:off x="691461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ubTitle" idx="4"/>
          </p:nvPr>
        </p:nvSpPr>
        <p:spPr>
          <a:xfrm>
            <a:off x="3672816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subTitle" idx="5"/>
          </p:nvPr>
        </p:nvSpPr>
        <p:spPr>
          <a:xfrm>
            <a:off x="6487722" y="2890215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22"/>
          <p:cNvSpPr txBox="1">
            <a:spLocks noGrp="1"/>
          </p:cNvSpPr>
          <p:nvPr>
            <p:ph type="subTitle" idx="6"/>
          </p:nvPr>
        </p:nvSpPr>
        <p:spPr>
          <a:xfrm>
            <a:off x="6654284" y="2431963"/>
            <a:ext cx="1790700" cy="4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text lines 2">
  <p:cSld name="CUSTOM_14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10;p27"/>
          <p:cNvGrpSpPr/>
          <p:nvPr/>
        </p:nvGrpSpPr>
        <p:grpSpPr>
          <a:xfrm rot="1351476">
            <a:off x="-930621" y="-2956783"/>
            <a:ext cx="11005343" cy="10580795"/>
            <a:chOff x="1786775" y="1002200"/>
            <a:chExt cx="3861800" cy="3712875"/>
          </a:xfrm>
        </p:grpSpPr>
        <p:sp>
          <p:nvSpPr>
            <p:cNvPr id="211" name="Google Shape;211;p27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27"/>
          <p:cNvSpPr txBox="1">
            <a:spLocks noGrp="1"/>
          </p:cNvSpPr>
          <p:nvPr>
            <p:ph type="subTitle" idx="1"/>
          </p:nvPr>
        </p:nvSpPr>
        <p:spPr>
          <a:xfrm>
            <a:off x="888763" y="35155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5" name="Google Shape;215;p27"/>
          <p:cNvSpPr txBox="1">
            <a:spLocks noGrp="1"/>
          </p:cNvSpPr>
          <p:nvPr>
            <p:ph type="subTitle" idx="2"/>
          </p:nvPr>
        </p:nvSpPr>
        <p:spPr>
          <a:xfrm>
            <a:off x="5775188" y="1976800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6" name="Google Shape;216;p27"/>
          <p:cNvSpPr txBox="1">
            <a:spLocks noGrp="1"/>
          </p:cNvSpPr>
          <p:nvPr>
            <p:ph type="subTitle" idx="3"/>
          </p:nvPr>
        </p:nvSpPr>
        <p:spPr>
          <a:xfrm>
            <a:off x="905038" y="1987475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7" name="Google Shape;217;p27"/>
          <p:cNvSpPr txBox="1">
            <a:spLocks noGrp="1"/>
          </p:cNvSpPr>
          <p:nvPr>
            <p:ph type="subTitle" idx="4"/>
          </p:nvPr>
        </p:nvSpPr>
        <p:spPr>
          <a:xfrm>
            <a:off x="888763" y="3098075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5"/>
          </p:nvPr>
        </p:nvSpPr>
        <p:spPr>
          <a:xfrm>
            <a:off x="577518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6"/>
          </p:nvPr>
        </p:nvSpPr>
        <p:spPr>
          <a:xfrm>
            <a:off x="905038" y="1548700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7"/>
          </p:nvPr>
        </p:nvSpPr>
        <p:spPr>
          <a:xfrm>
            <a:off x="5775188" y="3505238"/>
            <a:ext cx="242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8"/>
          </p:nvPr>
        </p:nvSpPr>
        <p:spPr>
          <a:xfrm>
            <a:off x="5775188" y="3077138"/>
            <a:ext cx="24213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rgbClr val="FFFFFF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17">
    <p:bg>
      <p:bgPr>
        <a:solidFill>
          <a:schemeClr val="accent3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0"/>
          <p:cNvGrpSpPr/>
          <p:nvPr/>
        </p:nvGrpSpPr>
        <p:grpSpPr>
          <a:xfrm rot="2506023">
            <a:off x="1274638" y="-703256"/>
            <a:ext cx="6812756" cy="6550031"/>
            <a:chOff x="1786775" y="1002200"/>
            <a:chExt cx="3861800" cy="3712875"/>
          </a:xfrm>
        </p:grpSpPr>
        <p:sp>
          <p:nvSpPr>
            <p:cNvPr id="472" name="Google Shape;472;p30"/>
            <p:cNvSpPr/>
            <p:nvPr/>
          </p:nvSpPr>
          <p:spPr>
            <a:xfrm>
              <a:off x="1786775" y="1002200"/>
              <a:ext cx="3861800" cy="3712875"/>
            </a:xfrm>
            <a:custGeom>
              <a:avLst/>
              <a:gdLst/>
              <a:ahLst/>
              <a:cxnLst/>
              <a:rect l="l" t="t" r="r" b="b"/>
              <a:pathLst>
                <a:path w="154472" h="148515" extrusionOk="0">
                  <a:moveTo>
                    <a:pt x="88939" y="1"/>
                  </a:moveTo>
                  <a:cubicBezTo>
                    <a:pt x="84075" y="1"/>
                    <a:pt x="78478" y="1648"/>
                    <a:pt x="72069" y="5669"/>
                  </a:cubicBezTo>
                  <a:cubicBezTo>
                    <a:pt x="61886" y="12053"/>
                    <a:pt x="57236" y="24332"/>
                    <a:pt x="54895" y="35457"/>
                  </a:cubicBezTo>
                  <a:cubicBezTo>
                    <a:pt x="52919" y="44971"/>
                    <a:pt x="43679" y="50017"/>
                    <a:pt x="36810" y="55214"/>
                  </a:cubicBezTo>
                  <a:cubicBezTo>
                    <a:pt x="28360" y="61658"/>
                    <a:pt x="20214" y="69135"/>
                    <a:pt x="13587" y="77677"/>
                  </a:cubicBezTo>
                  <a:cubicBezTo>
                    <a:pt x="0" y="95245"/>
                    <a:pt x="821" y="110929"/>
                    <a:pt x="9454" y="127465"/>
                  </a:cubicBezTo>
                  <a:cubicBezTo>
                    <a:pt x="12068" y="132419"/>
                    <a:pt x="16505" y="140140"/>
                    <a:pt x="29545" y="145489"/>
                  </a:cubicBezTo>
                  <a:cubicBezTo>
                    <a:pt x="34502" y="147539"/>
                    <a:pt x="39466" y="148514"/>
                    <a:pt x="44435" y="148514"/>
                  </a:cubicBezTo>
                  <a:cubicBezTo>
                    <a:pt x="57077" y="148514"/>
                    <a:pt x="69748" y="142200"/>
                    <a:pt x="82403" y="131203"/>
                  </a:cubicBezTo>
                  <a:cubicBezTo>
                    <a:pt x="86415" y="127708"/>
                    <a:pt x="89850" y="123544"/>
                    <a:pt x="93680" y="119866"/>
                  </a:cubicBezTo>
                  <a:cubicBezTo>
                    <a:pt x="97662" y="115975"/>
                    <a:pt x="102130" y="112601"/>
                    <a:pt x="106902" y="109774"/>
                  </a:cubicBezTo>
                  <a:cubicBezTo>
                    <a:pt x="118027" y="103209"/>
                    <a:pt x="131097" y="99561"/>
                    <a:pt x="140672" y="90868"/>
                  </a:cubicBezTo>
                  <a:cubicBezTo>
                    <a:pt x="145748" y="86279"/>
                    <a:pt x="149608" y="80351"/>
                    <a:pt x="151766" y="73847"/>
                  </a:cubicBezTo>
                  <a:cubicBezTo>
                    <a:pt x="154471" y="65670"/>
                    <a:pt x="152739" y="56977"/>
                    <a:pt x="146721" y="50898"/>
                  </a:cubicBezTo>
                  <a:cubicBezTo>
                    <a:pt x="141037" y="45153"/>
                    <a:pt x="136112" y="44849"/>
                    <a:pt x="130337" y="42205"/>
                  </a:cubicBezTo>
                  <a:cubicBezTo>
                    <a:pt x="123285" y="38892"/>
                    <a:pt x="118392" y="36430"/>
                    <a:pt x="116294" y="28892"/>
                  </a:cubicBezTo>
                  <a:cubicBezTo>
                    <a:pt x="113682" y="19384"/>
                    <a:pt x="105622" y="1"/>
                    <a:pt x="8893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2818350" y="1817311"/>
              <a:ext cx="218125" cy="218125"/>
            </a:xfrm>
            <a:custGeom>
              <a:avLst/>
              <a:gdLst/>
              <a:ahLst/>
              <a:cxnLst/>
              <a:rect l="l" t="t" r="r" b="b"/>
              <a:pathLst>
                <a:path w="8725" h="8725" extrusionOk="0">
                  <a:moveTo>
                    <a:pt x="4377" y="1"/>
                  </a:moveTo>
                  <a:cubicBezTo>
                    <a:pt x="1946" y="1"/>
                    <a:pt x="0" y="1946"/>
                    <a:pt x="0" y="4347"/>
                  </a:cubicBezTo>
                  <a:cubicBezTo>
                    <a:pt x="0" y="6779"/>
                    <a:pt x="1946" y="8724"/>
                    <a:pt x="4377" y="8724"/>
                  </a:cubicBezTo>
                  <a:cubicBezTo>
                    <a:pt x="6779" y="8724"/>
                    <a:pt x="8724" y="6779"/>
                    <a:pt x="8724" y="4347"/>
                  </a:cubicBezTo>
                  <a:cubicBezTo>
                    <a:pt x="8724" y="1946"/>
                    <a:pt x="6779" y="1"/>
                    <a:pt x="43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3016041" y="1693534"/>
              <a:ext cx="96525" cy="96525"/>
            </a:xfrm>
            <a:custGeom>
              <a:avLst/>
              <a:gdLst/>
              <a:ahLst/>
              <a:cxnLst/>
              <a:rect l="l" t="t" r="r" b="b"/>
              <a:pathLst>
                <a:path w="3861" h="3861" extrusionOk="0">
                  <a:moveTo>
                    <a:pt x="1946" y="1"/>
                  </a:moveTo>
                  <a:cubicBezTo>
                    <a:pt x="851" y="1"/>
                    <a:pt x="0" y="852"/>
                    <a:pt x="0" y="1946"/>
                  </a:cubicBezTo>
                  <a:cubicBezTo>
                    <a:pt x="0" y="3010"/>
                    <a:pt x="851" y="3861"/>
                    <a:pt x="1946" y="3861"/>
                  </a:cubicBezTo>
                  <a:cubicBezTo>
                    <a:pt x="3010" y="3861"/>
                    <a:pt x="3861" y="3010"/>
                    <a:pt x="3861" y="1946"/>
                  </a:cubicBezTo>
                  <a:cubicBezTo>
                    <a:pt x="3861" y="852"/>
                    <a:pt x="3010" y="1"/>
                    <a:pt x="194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30"/>
          <p:cNvSpPr txBox="1">
            <a:spLocks noGrp="1"/>
          </p:cNvSpPr>
          <p:nvPr>
            <p:ph type="title"/>
          </p:nvPr>
        </p:nvSpPr>
        <p:spPr>
          <a:xfrm>
            <a:off x="2414850" y="1636400"/>
            <a:ext cx="4314300" cy="99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7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30"/>
          <p:cNvSpPr txBox="1">
            <a:spLocks noGrp="1"/>
          </p:cNvSpPr>
          <p:nvPr>
            <p:ph type="subTitle" idx="1"/>
          </p:nvPr>
        </p:nvSpPr>
        <p:spPr>
          <a:xfrm>
            <a:off x="2414850" y="2800586"/>
            <a:ext cx="4314300" cy="7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CUSTOM_18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"/>
          <p:cNvSpPr/>
          <p:nvPr/>
        </p:nvSpPr>
        <p:spPr>
          <a:xfrm rot="277656">
            <a:off x="3987667" y="-2559618"/>
            <a:ext cx="10832132" cy="10461846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title"/>
          </p:nvPr>
        </p:nvSpPr>
        <p:spPr>
          <a:xfrm>
            <a:off x="729947" y="1423500"/>
            <a:ext cx="3067800" cy="14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subTitle" idx="1"/>
          </p:nvPr>
        </p:nvSpPr>
        <p:spPr>
          <a:xfrm>
            <a:off x="723900" y="2885700"/>
            <a:ext cx="3067800" cy="8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14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/>
          <p:nvPr/>
        </p:nvSpPr>
        <p:spPr>
          <a:xfrm>
            <a:off x="111300" y="167600"/>
            <a:ext cx="469200" cy="469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298800" y="805525"/>
            <a:ext cx="94200" cy="94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right text">
  <p:cSld name="CUSTOM_23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6"/>
          <p:cNvSpPr/>
          <p:nvPr/>
        </p:nvSpPr>
        <p:spPr>
          <a:xfrm rot="277656">
            <a:off x="4631142" y="-4575218"/>
            <a:ext cx="10832132" cy="10461846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36"/>
          <p:cNvSpPr txBox="1">
            <a:spLocks noGrp="1"/>
          </p:cNvSpPr>
          <p:nvPr>
            <p:ph type="title"/>
          </p:nvPr>
        </p:nvSpPr>
        <p:spPr>
          <a:xfrm>
            <a:off x="5061850" y="1584300"/>
            <a:ext cx="3396300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9" name="Google Shape;519;p36"/>
          <p:cNvSpPr txBox="1">
            <a:spLocks noGrp="1"/>
          </p:cNvSpPr>
          <p:nvPr>
            <p:ph type="subTitle" idx="1"/>
          </p:nvPr>
        </p:nvSpPr>
        <p:spPr>
          <a:xfrm>
            <a:off x="5061850" y="2313875"/>
            <a:ext cx="2904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eft text 2">
  <p:cSld name="CUSTOM_24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7"/>
          <p:cNvSpPr/>
          <p:nvPr/>
        </p:nvSpPr>
        <p:spPr>
          <a:xfrm rot="-277656" flipH="1">
            <a:off x="-6329208" y="-4642393"/>
            <a:ext cx="10832132" cy="10461846"/>
          </a:xfrm>
          <a:custGeom>
            <a:avLst/>
            <a:gdLst/>
            <a:ahLst/>
            <a:cxnLst/>
            <a:rect l="l" t="t" r="r" b="b"/>
            <a:pathLst>
              <a:path w="154472" h="148515" extrusionOk="0">
                <a:moveTo>
                  <a:pt x="88939" y="1"/>
                </a:moveTo>
                <a:cubicBezTo>
                  <a:pt x="84075" y="1"/>
                  <a:pt x="78478" y="1648"/>
                  <a:pt x="72069" y="5669"/>
                </a:cubicBezTo>
                <a:cubicBezTo>
                  <a:pt x="61886" y="12053"/>
                  <a:pt x="57236" y="24332"/>
                  <a:pt x="54895" y="35457"/>
                </a:cubicBezTo>
                <a:cubicBezTo>
                  <a:pt x="52919" y="44971"/>
                  <a:pt x="43679" y="50017"/>
                  <a:pt x="36810" y="55214"/>
                </a:cubicBezTo>
                <a:cubicBezTo>
                  <a:pt x="28360" y="61658"/>
                  <a:pt x="20214" y="69135"/>
                  <a:pt x="13587" y="77677"/>
                </a:cubicBezTo>
                <a:cubicBezTo>
                  <a:pt x="0" y="95245"/>
                  <a:pt x="821" y="110929"/>
                  <a:pt x="9454" y="127465"/>
                </a:cubicBezTo>
                <a:cubicBezTo>
                  <a:pt x="12068" y="132419"/>
                  <a:pt x="16505" y="140140"/>
                  <a:pt x="29545" y="145489"/>
                </a:cubicBezTo>
                <a:cubicBezTo>
                  <a:pt x="34502" y="147539"/>
                  <a:pt x="39466" y="148514"/>
                  <a:pt x="44435" y="148514"/>
                </a:cubicBezTo>
                <a:cubicBezTo>
                  <a:pt x="57077" y="148514"/>
                  <a:pt x="69748" y="142200"/>
                  <a:pt x="82403" y="131203"/>
                </a:cubicBezTo>
                <a:cubicBezTo>
                  <a:pt x="86415" y="127708"/>
                  <a:pt x="89850" y="123544"/>
                  <a:pt x="93680" y="119866"/>
                </a:cubicBezTo>
                <a:cubicBezTo>
                  <a:pt x="97662" y="115975"/>
                  <a:pt x="102130" y="112601"/>
                  <a:pt x="106902" y="109774"/>
                </a:cubicBezTo>
                <a:cubicBezTo>
                  <a:pt x="118027" y="103209"/>
                  <a:pt x="131097" y="99561"/>
                  <a:pt x="140672" y="90868"/>
                </a:cubicBezTo>
                <a:cubicBezTo>
                  <a:pt x="145748" y="86279"/>
                  <a:pt x="149608" y="80351"/>
                  <a:pt x="151766" y="73847"/>
                </a:cubicBezTo>
                <a:cubicBezTo>
                  <a:pt x="154471" y="65670"/>
                  <a:pt x="152739" y="56977"/>
                  <a:pt x="146721" y="50898"/>
                </a:cubicBezTo>
                <a:cubicBezTo>
                  <a:pt x="141037" y="45153"/>
                  <a:pt x="136112" y="44849"/>
                  <a:pt x="130337" y="42205"/>
                </a:cubicBezTo>
                <a:cubicBezTo>
                  <a:pt x="123285" y="38892"/>
                  <a:pt x="118392" y="36430"/>
                  <a:pt x="116294" y="28892"/>
                </a:cubicBezTo>
                <a:cubicBezTo>
                  <a:pt x="113682" y="19384"/>
                  <a:pt x="105622" y="1"/>
                  <a:pt x="889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7"/>
          <p:cNvSpPr txBox="1">
            <a:spLocks noGrp="1"/>
          </p:cNvSpPr>
          <p:nvPr>
            <p:ph type="title"/>
          </p:nvPr>
        </p:nvSpPr>
        <p:spPr>
          <a:xfrm>
            <a:off x="723900" y="1584300"/>
            <a:ext cx="2962800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3" name="Google Shape;523;p37"/>
          <p:cNvSpPr txBox="1">
            <a:spLocks noGrp="1"/>
          </p:cNvSpPr>
          <p:nvPr>
            <p:ph type="subTitle" idx="1"/>
          </p:nvPr>
        </p:nvSpPr>
        <p:spPr>
          <a:xfrm>
            <a:off x="723900" y="2316851"/>
            <a:ext cx="29628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bg>
      <p:bgPr>
        <a:solidFill>
          <a:schemeClr val="accent3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"/>
              <a:buChar char="●"/>
              <a:defRPr sz="1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7" r:id="rId4"/>
    <p:sldLayoutId id="2147483658" r:id="rId5"/>
    <p:sldLayoutId id="2147483659" r:id="rId6"/>
    <p:sldLayoutId id="2147483661" r:id="rId7"/>
    <p:sldLayoutId id="2147483663" r:id="rId8"/>
    <p:sldLayoutId id="2147483668" r:id="rId9"/>
    <p:sldLayoutId id="2147483673" r:id="rId10"/>
    <p:sldLayoutId id="2147483676" r:id="rId11"/>
    <p:sldLayoutId id="2147483677" r:id="rId12"/>
    <p:sldLayoutId id="2147483682" r:id="rId13"/>
    <p:sldLayoutId id="2147483683" r:id="rId14"/>
    <p:sldLayoutId id="2147483684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>
            <a:spLocks noGrp="1"/>
          </p:cNvSpPr>
          <p:nvPr>
            <p:ph type="ctrTitle"/>
          </p:nvPr>
        </p:nvSpPr>
        <p:spPr>
          <a:xfrm>
            <a:off x="685800" y="534963"/>
            <a:ext cx="4410300" cy="17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/>
            </a:r>
            <a:br>
              <a:rPr lang="en" dirty="0" smtClean="0"/>
            </a:br>
            <a:r>
              <a:rPr lang="en" dirty="0"/>
              <a:t/>
            </a:r>
            <a:br>
              <a:rPr lang="en" dirty="0"/>
            </a:br>
            <a:r>
              <a:rPr lang="en" dirty="0" smtClean="0"/>
              <a:t/>
            </a:r>
            <a:br>
              <a:rPr lang="en" dirty="0" smtClean="0"/>
            </a:br>
            <a:r>
              <a:rPr lang="en" dirty="0"/>
              <a:t/>
            </a:r>
            <a:br>
              <a:rPr lang="en" dirty="0"/>
            </a:br>
            <a:r>
              <a:rPr lang="en" dirty="0" smtClean="0"/>
              <a:t/>
            </a:r>
            <a:br>
              <a:rPr lang="en" dirty="0" smtClean="0"/>
            </a:br>
            <a:endParaRPr dirty="0"/>
          </a:p>
        </p:txBody>
      </p:sp>
      <p:sp>
        <p:nvSpPr>
          <p:cNvPr id="538" name="Google Shape;538;p43"/>
          <p:cNvSpPr txBox="1">
            <a:spLocks noGrp="1"/>
          </p:cNvSpPr>
          <p:nvPr>
            <p:ph type="subTitle" idx="1"/>
          </p:nvPr>
        </p:nvSpPr>
        <p:spPr>
          <a:xfrm>
            <a:off x="210133" y="2169155"/>
            <a:ext cx="3393071" cy="1040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-US" dirty="0"/>
              <a:t>AI-powered student assistant</a:t>
            </a:r>
          </a:p>
          <a:p>
            <a:pPr algn="r"/>
            <a:r>
              <a:rPr lang="en-US" dirty="0"/>
              <a:t>Smarter access to </a:t>
            </a:r>
            <a:r>
              <a:rPr lang="en-US" dirty="0" smtClean="0"/>
              <a:t>scholarships, internships</a:t>
            </a:r>
            <a:r>
              <a:rPr lang="en-US" dirty="0"/>
              <a:t>, and  deadlines</a:t>
            </a:r>
          </a:p>
        </p:txBody>
      </p:sp>
      <p:sp>
        <p:nvSpPr>
          <p:cNvPr id="539" name="Google Shape;539;p43"/>
          <p:cNvSpPr/>
          <p:nvPr/>
        </p:nvSpPr>
        <p:spPr>
          <a:xfrm>
            <a:off x="8744835" y="1740294"/>
            <a:ext cx="125548" cy="125309"/>
          </a:xfrm>
          <a:custGeom>
            <a:avLst/>
            <a:gdLst/>
            <a:ahLst/>
            <a:cxnLst/>
            <a:rect l="l" t="t" r="r" b="b"/>
            <a:pathLst>
              <a:path w="13770" h="13740" extrusionOk="0">
                <a:moveTo>
                  <a:pt x="6870" y="0"/>
                </a:moveTo>
                <a:cubicBezTo>
                  <a:pt x="3101" y="0"/>
                  <a:pt x="1" y="3070"/>
                  <a:pt x="1" y="6870"/>
                </a:cubicBezTo>
                <a:cubicBezTo>
                  <a:pt x="1" y="10669"/>
                  <a:pt x="3101" y="13739"/>
                  <a:pt x="6870" y="13739"/>
                </a:cubicBezTo>
                <a:cubicBezTo>
                  <a:pt x="10670" y="13739"/>
                  <a:pt x="13770" y="10669"/>
                  <a:pt x="13770" y="6870"/>
                </a:cubicBezTo>
                <a:cubicBezTo>
                  <a:pt x="13770" y="3070"/>
                  <a:pt x="10670" y="0"/>
                  <a:pt x="68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0" name="Google Shape;540;p43"/>
          <p:cNvGrpSpPr/>
          <p:nvPr/>
        </p:nvGrpSpPr>
        <p:grpSpPr>
          <a:xfrm>
            <a:off x="3631539" y="1865603"/>
            <a:ext cx="5388943" cy="2801817"/>
            <a:chOff x="911375" y="1520075"/>
            <a:chExt cx="6310976" cy="3281200"/>
          </a:xfrm>
        </p:grpSpPr>
        <p:sp>
          <p:nvSpPr>
            <p:cNvPr id="541" name="Google Shape;541;p43"/>
            <p:cNvSpPr/>
            <p:nvPr/>
          </p:nvSpPr>
          <p:spPr>
            <a:xfrm>
              <a:off x="2808825" y="1520075"/>
              <a:ext cx="3212100" cy="2152025"/>
            </a:xfrm>
            <a:custGeom>
              <a:avLst/>
              <a:gdLst/>
              <a:ahLst/>
              <a:cxnLst/>
              <a:rect l="l" t="t" r="r" b="b"/>
              <a:pathLst>
                <a:path w="128484" h="86081" extrusionOk="0">
                  <a:moveTo>
                    <a:pt x="1" y="0"/>
                  </a:moveTo>
                  <a:lnTo>
                    <a:pt x="1" y="86081"/>
                  </a:lnTo>
                  <a:lnTo>
                    <a:pt x="128483" y="86081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2808825" y="1520075"/>
              <a:ext cx="3212100" cy="215075"/>
            </a:xfrm>
            <a:custGeom>
              <a:avLst/>
              <a:gdLst/>
              <a:ahLst/>
              <a:cxnLst/>
              <a:rect l="l" t="t" r="r" b="b"/>
              <a:pathLst>
                <a:path w="128484" h="8603" extrusionOk="0">
                  <a:moveTo>
                    <a:pt x="1" y="0"/>
                  </a:moveTo>
                  <a:lnTo>
                    <a:pt x="1" y="8602"/>
                  </a:lnTo>
                  <a:lnTo>
                    <a:pt x="128483" y="8602"/>
                  </a:lnTo>
                  <a:lnTo>
                    <a:pt x="128483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2886350" y="1603625"/>
              <a:ext cx="62625" cy="51950"/>
            </a:xfrm>
            <a:custGeom>
              <a:avLst/>
              <a:gdLst/>
              <a:ahLst/>
              <a:cxnLst/>
              <a:rect l="l" t="t" r="r" b="b"/>
              <a:pathLst>
                <a:path w="2505" h="2078" extrusionOk="0">
                  <a:moveTo>
                    <a:pt x="1456" y="0"/>
                  </a:moveTo>
                  <a:cubicBezTo>
                    <a:pt x="1437" y="0"/>
                    <a:pt x="1418" y="1"/>
                    <a:pt x="1398" y="2"/>
                  </a:cubicBezTo>
                  <a:cubicBezTo>
                    <a:pt x="456" y="2"/>
                    <a:pt x="0" y="1157"/>
                    <a:pt x="699" y="1795"/>
                  </a:cubicBezTo>
                  <a:cubicBezTo>
                    <a:pt x="913" y="1990"/>
                    <a:pt x="1167" y="2078"/>
                    <a:pt x="1414" y="2078"/>
                  </a:cubicBezTo>
                  <a:cubicBezTo>
                    <a:pt x="1975" y="2078"/>
                    <a:pt x="2504" y="1629"/>
                    <a:pt x="2462" y="974"/>
                  </a:cubicBezTo>
                  <a:cubicBezTo>
                    <a:pt x="2433" y="416"/>
                    <a:pt x="2006" y="0"/>
                    <a:pt x="14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29706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6" y="0"/>
                    <a:pt x="1418" y="1"/>
                    <a:pt x="1399" y="2"/>
                  </a:cubicBezTo>
                  <a:cubicBezTo>
                    <a:pt x="457" y="2"/>
                    <a:pt x="1" y="1157"/>
                    <a:pt x="670" y="1795"/>
                  </a:cubicBezTo>
                  <a:cubicBezTo>
                    <a:pt x="883" y="1990"/>
                    <a:pt x="1137" y="2078"/>
                    <a:pt x="1384" y="2078"/>
                  </a:cubicBezTo>
                  <a:cubicBezTo>
                    <a:pt x="1946" y="2078"/>
                    <a:pt x="2475" y="1629"/>
                    <a:pt x="2433" y="974"/>
                  </a:cubicBezTo>
                  <a:cubicBezTo>
                    <a:pt x="2403" y="416"/>
                    <a:pt x="1977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3054275" y="1603625"/>
              <a:ext cx="61875" cy="51950"/>
            </a:xfrm>
            <a:custGeom>
              <a:avLst/>
              <a:gdLst/>
              <a:ahLst/>
              <a:cxnLst/>
              <a:rect l="l" t="t" r="r" b="b"/>
              <a:pathLst>
                <a:path w="2475" h="2078" extrusionOk="0">
                  <a:moveTo>
                    <a:pt x="1454" y="0"/>
                  </a:moveTo>
                  <a:cubicBezTo>
                    <a:pt x="1435" y="0"/>
                    <a:pt x="1417" y="1"/>
                    <a:pt x="1399" y="2"/>
                  </a:cubicBezTo>
                  <a:cubicBezTo>
                    <a:pt x="456" y="2"/>
                    <a:pt x="0" y="1157"/>
                    <a:pt x="700" y="1795"/>
                  </a:cubicBezTo>
                  <a:cubicBezTo>
                    <a:pt x="904" y="1990"/>
                    <a:pt x="1151" y="2078"/>
                    <a:pt x="1394" y="2078"/>
                  </a:cubicBezTo>
                  <a:cubicBezTo>
                    <a:pt x="1945" y="2078"/>
                    <a:pt x="2474" y="1629"/>
                    <a:pt x="2432" y="974"/>
                  </a:cubicBezTo>
                  <a:cubicBezTo>
                    <a:pt x="2403" y="416"/>
                    <a:pt x="1976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3"/>
            <p:cNvSpPr/>
            <p:nvPr/>
          </p:nvSpPr>
          <p:spPr>
            <a:xfrm>
              <a:off x="911375" y="4541400"/>
              <a:ext cx="5837525" cy="5325"/>
            </a:xfrm>
            <a:custGeom>
              <a:avLst/>
              <a:gdLst/>
              <a:ahLst/>
              <a:cxnLst/>
              <a:rect l="l" t="t" r="r" b="b"/>
              <a:pathLst>
                <a:path w="233501" h="213" extrusionOk="0">
                  <a:moveTo>
                    <a:pt x="116750" y="0"/>
                  </a:moveTo>
                  <a:cubicBezTo>
                    <a:pt x="52281" y="0"/>
                    <a:pt x="1" y="30"/>
                    <a:pt x="1" y="122"/>
                  </a:cubicBezTo>
                  <a:cubicBezTo>
                    <a:pt x="1" y="182"/>
                    <a:pt x="52281" y="213"/>
                    <a:pt x="116750" y="213"/>
                  </a:cubicBezTo>
                  <a:cubicBezTo>
                    <a:pt x="181250" y="213"/>
                    <a:pt x="233500" y="152"/>
                    <a:pt x="233500" y="122"/>
                  </a:cubicBezTo>
                  <a:cubicBezTo>
                    <a:pt x="233500" y="61"/>
                    <a:pt x="181250" y="0"/>
                    <a:pt x="116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3"/>
            <p:cNvSpPr/>
            <p:nvPr/>
          </p:nvSpPr>
          <p:spPr>
            <a:xfrm>
              <a:off x="2101375" y="1686475"/>
              <a:ext cx="3435500" cy="2856450"/>
            </a:xfrm>
            <a:custGeom>
              <a:avLst/>
              <a:gdLst/>
              <a:ahLst/>
              <a:cxnLst/>
              <a:rect l="l" t="t" r="r" b="b"/>
              <a:pathLst>
                <a:path w="137420" h="114258" extrusionOk="0">
                  <a:moveTo>
                    <a:pt x="4043" y="1"/>
                  </a:moveTo>
                  <a:cubicBezTo>
                    <a:pt x="1824" y="1"/>
                    <a:pt x="0" y="1794"/>
                    <a:pt x="0" y="4044"/>
                  </a:cubicBezTo>
                  <a:lnTo>
                    <a:pt x="0" y="95413"/>
                  </a:lnTo>
                  <a:cubicBezTo>
                    <a:pt x="0" y="97632"/>
                    <a:pt x="1824" y="99425"/>
                    <a:pt x="4043" y="99425"/>
                  </a:cubicBezTo>
                  <a:lnTo>
                    <a:pt x="53679" y="99425"/>
                  </a:lnTo>
                  <a:cubicBezTo>
                    <a:pt x="53679" y="99425"/>
                    <a:pt x="56840" y="109212"/>
                    <a:pt x="47053" y="114258"/>
                  </a:cubicBezTo>
                  <a:lnTo>
                    <a:pt x="93467" y="114258"/>
                  </a:lnTo>
                  <a:cubicBezTo>
                    <a:pt x="93467" y="114258"/>
                    <a:pt x="82433" y="110458"/>
                    <a:pt x="85260" y="99425"/>
                  </a:cubicBezTo>
                  <a:lnTo>
                    <a:pt x="133377" y="99425"/>
                  </a:lnTo>
                  <a:cubicBezTo>
                    <a:pt x="135626" y="99425"/>
                    <a:pt x="137419" y="97632"/>
                    <a:pt x="137419" y="95413"/>
                  </a:cubicBezTo>
                  <a:lnTo>
                    <a:pt x="137419" y="4044"/>
                  </a:lnTo>
                  <a:cubicBezTo>
                    <a:pt x="137419" y="1794"/>
                    <a:pt x="135626" y="1"/>
                    <a:pt x="1333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3"/>
            <p:cNvSpPr/>
            <p:nvPr/>
          </p:nvSpPr>
          <p:spPr>
            <a:xfrm>
              <a:off x="3734975" y="3912725"/>
              <a:ext cx="161625" cy="121325"/>
            </a:xfrm>
            <a:custGeom>
              <a:avLst/>
              <a:gdLst/>
              <a:ahLst/>
              <a:cxnLst/>
              <a:rect l="l" t="t" r="r" b="b"/>
              <a:pathLst>
                <a:path w="6465" h="4853" extrusionOk="0">
                  <a:moveTo>
                    <a:pt x="3236" y="0"/>
                  </a:moveTo>
                  <a:cubicBezTo>
                    <a:pt x="1379" y="0"/>
                    <a:pt x="0" y="2116"/>
                    <a:pt x="1375" y="4083"/>
                  </a:cubicBezTo>
                  <a:cubicBezTo>
                    <a:pt x="1436" y="4144"/>
                    <a:pt x="1496" y="4235"/>
                    <a:pt x="1588" y="4296"/>
                  </a:cubicBezTo>
                  <a:cubicBezTo>
                    <a:pt x="2143" y="4684"/>
                    <a:pt x="2709" y="4852"/>
                    <a:pt x="3235" y="4852"/>
                  </a:cubicBezTo>
                  <a:cubicBezTo>
                    <a:pt x="5098" y="4852"/>
                    <a:pt x="6465" y="2737"/>
                    <a:pt x="5114" y="770"/>
                  </a:cubicBezTo>
                  <a:cubicBezTo>
                    <a:pt x="5053" y="679"/>
                    <a:pt x="4962" y="618"/>
                    <a:pt x="4870" y="557"/>
                  </a:cubicBezTo>
                  <a:cubicBezTo>
                    <a:pt x="4322" y="169"/>
                    <a:pt x="3760" y="0"/>
                    <a:pt x="323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3"/>
            <p:cNvSpPr/>
            <p:nvPr/>
          </p:nvSpPr>
          <p:spPr>
            <a:xfrm>
              <a:off x="2174325" y="1823275"/>
              <a:ext cx="3282750" cy="1947600"/>
            </a:xfrm>
            <a:custGeom>
              <a:avLst/>
              <a:gdLst/>
              <a:ahLst/>
              <a:cxnLst/>
              <a:rect l="l" t="t" r="r" b="b"/>
              <a:pathLst>
                <a:path w="131310" h="77904" extrusionOk="0">
                  <a:moveTo>
                    <a:pt x="1246" y="0"/>
                  </a:moveTo>
                  <a:cubicBezTo>
                    <a:pt x="547" y="0"/>
                    <a:pt x="0" y="547"/>
                    <a:pt x="0" y="1246"/>
                  </a:cubicBezTo>
                  <a:lnTo>
                    <a:pt x="0" y="76658"/>
                  </a:lnTo>
                  <a:cubicBezTo>
                    <a:pt x="0" y="77357"/>
                    <a:pt x="547" y="77904"/>
                    <a:pt x="1246" y="77904"/>
                  </a:cubicBezTo>
                  <a:lnTo>
                    <a:pt x="130063" y="77904"/>
                  </a:lnTo>
                  <a:cubicBezTo>
                    <a:pt x="130763" y="77904"/>
                    <a:pt x="131310" y="77357"/>
                    <a:pt x="131310" y="76658"/>
                  </a:cubicBezTo>
                  <a:lnTo>
                    <a:pt x="131310" y="1246"/>
                  </a:lnTo>
                  <a:cubicBezTo>
                    <a:pt x="131310" y="547"/>
                    <a:pt x="130763" y="0"/>
                    <a:pt x="130063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3"/>
            <p:cNvSpPr/>
            <p:nvPr/>
          </p:nvSpPr>
          <p:spPr>
            <a:xfrm>
              <a:off x="2172057" y="1966892"/>
              <a:ext cx="3282868" cy="1804775"/>
            </a:xfrm>
            <a:custGeom>
              <a:avLst/>
              <a:gdLst/>
              <a:ahLst/>
              <a:cxnLst/>
              <a:rect l="l" t="t" r="r" b="b"/>
              <a:pathLst>
                <a:path w="131341" h="72191" extrusionOk="0">
                  <a:moveTo>
                    <a:pt x="1" y="1"/>
                  </a:moveTo>
                  <a:lnTo>
                    <a:pt x="1" y="72190"/>
                  </a:lnTo>
                  <a:lnTo>
                    <a:pt x="131341" y="72190"/>
                  </a:lnTo>
                  <a:lnTo>
                    <a:pt x="1313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3"/>
            <p:cNvSpPr/>
            <p:nvPr/>
          </p:nvSpPr>
          <p:spPr>
            <a:xfrm>
              <a:off x="2382525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57" y="1"/>
                    <a:pt x="1" y="1125"/>
                    <a:pt x="669" y="1794"/>
                  </a:cubicBezTo>
                  <a:cubicBezTo>
                    <a:pt x="874" y="1999"/>
                    <a:pt x="1131" y="2091"/>
                    <a:pt x="1386" y="2091"/>
                  </a:cubicBezTo>
                  <a:cubicBezTo>
                    <a:pt x="1929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3"/>
            <p:cNvSpPr/>
            <p:nvPr/>
          </p:nvSpPr>
          <p:spPr>
            <a:xfrm>
              <a:off x="2223700" y="1872650"/>
              <a:ext cx="60825" cy="52275"/>
            </a:xfrm>
            <a:custGeom>
              <a:avLst/>
              <a:gdLst/>
              <a:ahLst/>
              <a:cxnLst/>
              <a:rect l="l" t="t" r="r" b="b"/>
              <a:pathLst>
                <a:path w="2433" h="2091" extrusionOk="0">
                  <a:moveTo>
                    <a:pt x="1399" y="1"/>
                  </a:moveTo>
                  <a:cubicBezTo>
                    <a:pt x="457" y="1"/>
                    <a:pt x="1" y="1125"/>
                    <a:pt x="639" y="1794"/>
                  </a:cubicBezTo>
                  <a:cubicBezTo>
                    <a:pt x="853" y="1999"/>
                    <a:pt x="1114" y="2091"/>
                    <a:pt x="1370" y="2091"/>
                  </a:cubicBezTo>
                  <a:cubicBezTo>
                    <a:pt x="1913" y="2091"/>
                    <a:pt x="2433" y="1675"/>
                    <a:pt x="2433" y="1034"/>
                  </a:cubicBezTo>
                  <a:cubicBezTo>
                    <a:pt x="2433" y="457"/>
                    <a:pt x="1977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3"/>
            <p:cNvSpPr/>
            <p:nvPr/>
          </p:nvSpPr>
          <p:spPr>
            <a:xfrm>
              <a:off x="2299700" y="1872650"/>
              <a:ext cx="61575" cy="52275"/>
            </a:xfrm>
            <a:custGeom>
              <a:avLst/>
              <a:gdLst/>
              <a:ahLst/>
              <a:cxnLst/>
              <a:rect l="l" t="t" r="r" b="b"/>
              <a:pathLst>
                <a:path w="2463" h="2091" extrusionOk="0">
                  <a:moveTo>
                    <a:pt x="1399" y="1"/>
                  </a:moveTo>
                  <a:cubicBezTo>
                    <a:pt x="487" y="1"/>
                    <a:pt x="1" y="1125"/>
                    <a:pt x="669" y="1794"/>
                  </a:cubicBezTo>
                  <a:cubicBezTo>
                    <a:pt x="883" y="1999"/>
                    <a:pt x="1144" y="2091"/>
                    <a:pt x="1400" y="2091"/>
                  </a:cubicBezTo>
                  <a:cubicBezTo>
                    <a:pt x="1943" y="2091"/>
                    <a:pt x="2463" y="1675"/>
                    <a:pt x="2463" y="1034"/>
                  </a:cubicBezTo>
                  <a:cubicBezTo>
                    <a:pt x="2463" y="457"/>
                    <a:pt x="1976" y="1"/>
                    <a:pt x="13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3"/>
            <p:cNvSpPr/>
            <p:nvPr/>
          </p:nvSpPr>
          <p:spPr>
            <a:xfrm>
              <a:off x="3431175" y="2621900"/>
              <a:ext cx="255350" cy="32700"/>
            </a:xfrm>
            <a:custGeom>
              <a:avLst/>
              <a:gdLst/>
              <a:ahLst/>
              <a:cxnLst/>
              <a:rect l="l" t="t" r="r" b="b"/>
              <a:pathLst>
                <a:path w="10214" h="1308" extrusionOk="0">
                  <a:moveTo>
                    <a:pt x="1" y="1"/>
                  </a:moveTo>
                  <a:lnTo>
                    <a:pt x="1" y="1308"/>
                  </a:lnTo>
                  <a:lnTo>
                    <a:pt x="10214" y="1308"/>
                  </a:lnTo>
                  <a:lnTo>
                    <a:pt x="1021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3"/>
            <p:cNvSpPr/>
            <p:nvPr/>
          </p:nvSpPr>
          <p:spPr>
            <a:xfrm>
              <a:off x="3431175" y="2726025"/>
              <a:ext cx="1205975" cy="543325"/>
            </a:xfrm>
            <a:custGeom>
              <a:avLst/>
              <a:gdLst/>
              <a:ahLst/>
              <a:cxnLst/>
              <a:rect l="l" t="t" r="r" b="b"/>
              <a:pathLst>
                <a:path w="48239" h="21733" extrusionOk="0">
                  <a:moveTo>
                    <a:pt x="1" y="0"/>
                  </a:moveTo>
                  <a:lnTo>
                    <a:pt x="1" y="21733"/>
                  </a:lnTo>
                  <a:lnTo>
                    <a:pt x="48239" y="21733"/>
                  </a:lnTo>
                  <a:lnTo>
                    <a:pt x="48239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4034525" y="2889400"/>
              <a:ext cx="94250" cy="80550"/>
            </a:xfrm>
            <a:custGeom>
              <a:avLst/>
              <a:gdLst/>
              <a:ahLst/>
              <a:cxnLst/>
              <a:rect l="l" t="t" r="r" b="b"/>
              <a:pathLst>
                <a:path w="3770" h="3222" extrusionOk="0">
                  <a:moveTo>
                    <a:pt x="2159" y="0"/>
                  </a:moveTo>
                  <a:cubicBezTo>
                    <a:pt x="730" y="0"/>
                    <a:pt x="1" y="1733"/>
                    <a:pt x="1034" y="2736"/>
                  </a:cubicBezTo>
                  <a:cubicBezTo>
                    <a:pt x="1360" y="3072"/>
                    <a:pt x="1763" y="3221"/>
                    <a:pt x="2159" y="3221"/>
                  </a:cubicBezTo>
                  <a:cubicBezTo>
                    <a:pt x="2981" y="3221"/>
                    <a:pt x="3770" y="2575"/>
                    <a:pt x="3770" y="1611"/>
                  </a:cubicBezTo>
                  <a:cubicBezTo>
                    <a:pt x="3770" y="699"/>
                    <a:pt x="3071" y="0"/>
                    <a:pt x="2159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3473725" y="2767050"/>
              <a:ext cx="1109475" cy="458225"/>
            </a:xfrm>
            <a:custGeom>
              <a:avLst/>
              <a:gdLst/>
              <a:ahLst/>
              <a:cxnLst/>
              <a:rect l="l" t="t" r="r" b="b"/>
              <a:pathLst>
                <a:path w="44379" h="18329" extrusionOk="0">
                  <a:moveTo>
                    <a:pt x="244" y="0"/>
                  </a:moveTo>
                  <a:lnTo>
                    <a:pt x="1" y="122"/>
                  </a:lnTo>
                  <a:lnTo>
                    <a:pt x="1" y="2584"/>
                  </a:lnTo>
                  <a:lnTo>
                    <a:pt x="1" y="4985"/>
                  </a:lnTo>
                  <a:lnTo>
                    <a:pt x="1" y="9666"/>
                  </a:lnTo>
                  <a:cubicBezTo>
                    <a:pt x="31" y="12706"/>
                    <a:pt x="31" y="15563"/>
                    <a:pt x="31" y="18238"/>
                  </a:cubicBezTo>
                  <a:lnTo>
                    <a:pt x="31" y="18329"/>
                  </a:lnTo>
                  <a:lnTo>
                    <a:pt x="244" y="18329"/>
                  </a:lnTo>
                  <a:lnTo>
                    <a:pt x="32129" y="18268"/>
                  </a:lnTo>
                  <a:lnTo>
                    <a:pt x="40944" y="18268"/>
                  </a:lnTo>
                  <a:lnTo>
                    <a:pt x="31977" y="18238"/>
                  </a:lnTo>
                  <a:lnTo>
                    <a:pt x="458" y="18177"/>
                  </a:lnTo>
                  <a:lnTo>
                    <a:pt x="458" y="18177"/>
                  </a:lnTo>
                  <a:cubicBezTo>
                    <a:pt x="487" y="15558"/>
                    <a:pt x="487" y="12732"/>
                    <a:pt x="487" y="9727"/>
                  </a:cubicBezTo>
                  <a:lnTo>
                    <a:pt x="487" y="5046"/>
                  </a:lnTo>
                  <a:lnTo>
                    <a:pt x="487" y="274"/>
                  </a:lnTo>
                  <a:lnTo>
                    <a:pt x="43924" y="274"/>
                  </a:lnTo>
                  <a:cubicBezTo>
                    <a:pt x="43984" y="5644"/>
                    <a:pt x="44014" y="10140"/>
                    <a:pt x="44044" y="13283"/>
                  </a:cubicBezTo>
                  <a:cubicBezTo>
                    <a:pt x="44075" y="14864"/>
                    <a:pt x="44105" y="16110"/>
                    <a:pt x="44105" y="16992"/>
                  </a:cubicBezTo>
                  <a:cubicBezTo>
                    <a:pt x="44105" y="17387"/>
                    <a:pt x="44105" y="17721"/>
                    <a:pt x="44105" y="17964"/>
                  </a:cubicBezTo>
                  <a:lnTo>
                    <a:pt x="44105" y="18207"/>
                  </a:lnTo>
                  <a:cubicBezTo>
                    <a:pt x="44105" y="18238"/>
                    <a:pt x="44105" y="18268"/>
                    <a:pt x="44105" y="18299"/>
                  </a:cubicBezTo>
                  <a:cubicBezTo>
                    <a:pt x="44135" y="18299"/>
                    <a:pt x="44166" y="18207"/>
                    <a:pt x="44166" y="18147"/>
                  </a:cubicBezTo>
                  <a:lnTo>
                    <a:pt x="44166" y="17903"/>
                  </a:lnTo>
                  <a:cubicBezTo>
                    <a:pt x="44196" y="17660"/>
                    <a:pt x="44196" y="17356"/>
                    <a:pt x="44196" y="16931"/>
                  </a:cubicBezTo>
                  <a:cubicBezTo>
                    <a:pt x="44227" y="16080"/>
                    <a:pt x="44227" y="14833"/>
                    <a:pt x="44257" y="13283"/>
                  </a:cubicBezTo>
                  <a:cubicBezTo>
                    <a:pt x="44287" y="10092"/>
                    <a:pt x="44318" y="5532"/>
                    <a:pt x="44379" y="92"/>
                  </a:cubicBezTo>
                  <a:lnTo>
                    <a:pt x="4437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3438775" y="3386350"/>
              <a:ext cx="110975" cy="95075"/>
            </a:xfrm>
            <a:custGeom>
              <a:avLst/>
              <a:gdLst/>
              <a:ahLst/>
              <a:cxnLst/>
              <a:rect l="l" t="t" r="r" b="b"/>
              <a:pathLst>
                <a:path w="4439" h="3803" extrusionOk="0">
                  <a:moveTo>
                    <a:pt x="2554" y="1"/>
                  </a:moveTo>
                  <a:cubicBezTo>
                    <a:pt x="852" y="1"/>
                    <a:pt x="1" y="2037"/>
                    <a:pt x="1186" y="3223"/>
                  </a:cubicBezTo>
                  <a:cubicBezTo>
                    <a:pt x="1576" y="3623"/>
                    <a:pt x="2062" y="3803"/>
                    <a:pt x="2538" y="3803"/>
                  </a:cubicBezTo>
                  <a:cubicBezTo>
                    <a:pt x="3509" y="3803"/>
                    <a:pt x="4438" y="3057"/>
                    <a:pt x="4438" y="1916"/>
                  </a:cubicBezTo>
                  <a:cubicBezTo>
                    <a:pt x="4438" y="852"/>
                    <a:pt x="3587" y="1"/>
                    <a:pt x="255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3588475" y="34061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1"/>
                  </a:cubicBezTo>
                  <a:cubicBezTo>
                    <a:pt x="1" y="152"/>
                    <a:pt x="6718" y="182"/>
                    <a:pt x="14986" y="182"/>
                  </a:cubicBezTo>
                  <a:cubicBezTo>
                    <a:pt x="23253" y="182"/>
                    <a:pt x="29971" y="152"/>
                    <a:pt x="29971" y="91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3"/>
            <p:cNvSpPr/>
            <p:nvPr/>
          </p:nvSpPr>
          <p:spPr>
            <a:xfrm>
              <a:off x="3588475" y="3440300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3"/>
            <p:cNvSpPr/>
            <p:nvPr/>
          </p:nvSpPr>
          <p:spPr>
            <a:xfrm>
              <a:off x="3588475" y="3479825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1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2"/>
                  </a:cubicBezTo>
                  <a:cubicBezTo>
                    <a:pt x="21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3"/>
                    <a:pt x="5776" y="183"/>
                    <a:pt x="7995" y="183"/>
                  </a:cubicBezTo>
                  <a:cubicBezTo>
                    <a:pt x="10214" y="183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2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1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3453975" y="3567975"/>
              <a:ext cx="95775" cy="95775"/>
            </a:xfrm>
            <a:custGeom>
              <a:avLst/>
              <a:gdLst/>
              <a:ahLst/>
              <a:cxnLst/>
              <a:rect l="l" t="t" r="r" b="b"/>
              <a:pathLst>
                <a:path w="3831" h="3831" extrusionOk="0">
                  <a:moveTo>
                    <a:pt x="1916" y="0"/>
                  </a:moveTo>
                  <a:cubicBezTo>
                    <a:pt x="852" y="0"/>
                    <a:pt x="1" y="851"/>
                    <a:pt x="1" y="1915"/>
                  </a:cubicBezTo>
                  <a:cubicBezTo>
                    <a:pt x="1" y="2979"/>
                    <a:pt x="852" y="3830"/>
                    <a:pt x="1916" y="3830"/>
                  </a:cubicBezTo>
                  <a:cubicBezTo>
                    <a:pt x="2979" y="3830"/>
                    <a:pt x="3830" y="2979"/>
                    <a:pt x="3830" y="1915"/>
                  </a:cubicBezTo>
                  <a:cubicBezTo>
                    <a:pt x="3830" y="851"/>
                    <a:pt x="2979" y="0"/>
                    <a:pt x="191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3588475" y="3587725"/>
              <a:ext cx="749275" cy="4600"/>
            </a:xfrm>
            <a:custGeom>
              <a:avLst/>
              <a:gdLst/>
              <a:ahLst/>
              <a:cxnLst/>
              <a:rect l="l" t="t" r="r" b="b"/>
              <a:pathLst>
                <a:path w="29971" h="184" extrusionOk="0">
                  <a:moveTo>
                    <a:pt x="14986" y="1"/>
                  </a:moveTo>
                  <a:cubicBezTo>
                    <a:pt x="6688" y="1"/>
                    <a:pt x="1" y="31"/>
                    <a:pt x="1" y="92"/>
                  </a:cubicBezTo>
                  <a:cubicBezTo>
                    <a:pt x="1" y="153"/>
                    <a:pt x="6718" y="183"/>
                    <a:pt x="14986" y="183"/>
                  </a:cubicBezTo>
                  <a:cubicBezTo>
                    <a:pt x="23253" y="183"/>
                    <a:pt x="29971" y="153"/>
                    <a:pt x="29971" y="92"/>
                  </a:cubicBezTo>
                  <a:cubicBezTo>
                    <a:pt x="29971" y="31"/>
                    <a:pt x="23253" y="1"/>
                    <a:pt x="14986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3588475" y="3621925"/>
              <a:ext cx="749275" cy="4575"/>
            </a:xfrm>
            <a:custGeom>
              <a:avLst/>
              <a:gdLst/>
              <a:ahLst/>
              <a:cxnLst/>
              <a:rect l="l" t="t" r="r" b="b"/>
              <a:pathLst>
                <a:path w="29971" h="183" extrusionOk="0">
                  <a:moveTo>
                    <a:pt x="14986" y="0"/>
                  </a:moveTo>
                  <a:cubicBezTo>
                    <a:pt x="6688" y="0"/>
                    <a:pt x="1" y="31"/>
                    <a:pt x="1" y="92"/>
                  </a:cubicBezTo>
                  <a:cubicBezTo>
                    <a:pt x="1" y="152"/>
                    <a:pt x="6718" y="183"/>
                    <a:pt x="14986" y="183"/>
                  </a:cubicBezTo>
                  <a:cubicBezTo>
                    <a:pt x="23253" y="183"/>
                    <a:pt x="29971" y="152"/>
                    <a:pt x="29971" y="92"/>
                  </a:cubicBezTo>
                  <a:cubicBezTo>
                    <a:pt x="29971" y="31"/>
                    <a:pt x="23253" y="0"/>
                    <a:pt x="1498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3588475" y="3661450"/>
              <a:ext cx="400500" cy="4575"/>
            </a:xfrm>
            <a:custGeom>
              <a:avLst/>
              <a:gdLst/>
              <a:ahLst/>
              <a:cxnLst/>
              <a:rect l="l" t="t" r="r" b="b"/>
              <a:pathLst>
                <a:path w="16020" h="183" extrusionOk="0">
                  <a:moveTo>
                    <a:pt x="7995" y="0"/>
                  </a:moveTo>
                  <a:cubicBezTo>
                    <a:pt x="5776" y="0"/>
                    <a:pt x="3800" y="0"/>
                    <a:pt x="2341" y="30"/>
                  </a:cubicBezTo>
                  <a:lnTo>
                    <a:pt x="609" y="61"/>
                  </a:lnTo>
                  <a:cubicBezTo>
                    <a:pt x="396" y="61"/>
                    <a:pt x="183" y="61"/>
                    <a:pt x="1" y="91"/>
                  </a:cubicBezTo>
                  <a:cubicBezTo>
                    <a:pt x="183" y="122"/>
                    <a:pt x="396" y="122"/>
                    <a:pt x="609" y="122"/>
                  </a:cubicBezTo>
                  <a:lnTo>
                    <a:pt x="2341" y="152"/>
                  </a:lnTo>
                  <a:cubicBezTo>
                    <a:pt x="3800" y="182"/>
                    <a:pt x="5776" y="182"/>
                    <a:pt x="7995" y="182"/>
                  </a:cubicBezTo>
                  <a:cubicBezTo>
                    <a:pt x="10214" y="182"/>
                    <a:pt x="12220" y="152"/>
                    <a:pt x="13679" y="152"/>
                  </a:cubicBezTo>
                  <a:lnTo>
                    <a:pt x="15381" y="122"/>
                  </a:lnTo>
                  <a:cubicBezTo>
                    <a:pt x="15594" y="122"/>
                    <a:pt x="15806" y="122"/>
                    <a:pt x="16019" y="91"/>
                  </a:cubicBezTo>
                  <a:cubicBezTo>
                    <a:pt x="15806" y="61"/>
                    <a:pt x="15594" y="61"/>
                    <a:pt x="15381" y="61"/>
                  </a:cubicBezTo>
                  <a:lnTo>
                    <a:pt x="13679" y="30"/>
                  </a:lnTo>
                  <a:cubicBezTo>
                    <a:pt x="12220" y="0"/>
                    <a:pt x="10214" y="0"/>
                    <a:pt x="799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2174325" y="1964600"/>
              <a:ext cx="3282750" cy="538800"/>
            </a:xfrm>
            <a:custGeom>
              <a:avLst/>
              <a:gdLst/>
              <a:ahLst/>
              <a:cxnLst/>
              <a:rect l="l" t="t" r="r" b="b"/>
              <a:pathLst>
                <a:path w="131310" h="21552" extrusionOk="0">
                  <a:moveTo>
                    <a:pt x="0" y="1"/>
                  </a:moveTo>
                  <a:lnTo>
                    <a:pt x="0" y="21551"/>
                  </a:lnTo>
                  <a:lnTo>
                    <a:pt x="131310" y="21551"/>
                  </a:lnTo>
                  <a:lnTo>
                    <a:pt x="131310" y="1"/>
                  </a:lnTo>
                  <a:close/>
                </a:path>
              </a:pathLst>
            </a:custGeom>
            <a:solidFill>
              <a:srgbClr val="455A6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3628750" y="2150775"/>
              <a:ext cx="763725" cy="55500"/>
            </a:xfrm>
            <a:custGeom>
              <a:avLst/>
              <a:gdLst/>
              <a:ahLst/>
              <a:cxnLst/>
              <a:rect l="l" t="t" r="r" b="b"/>
              <a:pathLst>
                <a:path w="30549" h="2220" extrusionOk="0">
                  <a:moveTo>
                    <a:pt x="1" y="1"/>
                  </a:moveTo>
                  <a:lnTo>
                    <a:pt x="1" y="2219"/>
                  </a:lnTo>
                  <a:lnTo>
                    <a:pt x="30548" y="2219"/>
                  </a:lnTo>
                  <a:lnTo>
                    <a:pt x="30548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3256400" y="2305025"/>
              <a:ext cx="1464350" cy="4600"/>
            </a:xfrm>
            <a:custGeom>
              <a:avLst/>
              <a:gdLst/>
              <a:ahLst/>
              <a:cxnLst/>
              <a:rect l="l" t="t" r="r" b="b"/>
              <a:pathLst>
                <a:path w="58574" h="184" extrusionOk="0">
                  <a:moveTo>
                    <a:pt x="29302" y="1"/>
                  </a:moveTo>
                  <a:lnTo>
                    <a:pt x="8147" y="31"/>
                  </a:lnTo>
                  <a:lnTo>
                    <a:pt x="1733" y="62"/>
                  </a:lnTo>
                  <a:lnTo>
                    <a:pt x="1" y="92"/>
                  </a:lnTo>
                  <a:lnTo>
                    <a:pt x="1733" y="123"/>
                  </a:lnTo>
                  <a:lnTo>
                    <a:pt x="8147" y="153"/>
                  </a:lnTo>
                  <a:lnTo>
                    <a:pt x="29302" y="183"/>
                  </a:lnTo>
                  <a:lnTo>
                    <a:pt x="50427" y="153"/>
                  </a:lnTo>
                  <a:lnTo>
                    <a:pt x="56841" y="123"/>
                  </a:lnTo>
                  <a:lnTo>
                    <a:pt x="58573" y="92"/>
                  </a:lnTo>
                  <a:lnTo>
                    <a:pt x="56841" y="62"/>
                  </a:lnTo>
                  <a:lnTo>
                    <a:pt x="50427" y="31"/>
                  </a:lnTo>
                  <a:lnTo>
                    <a:pt x="29302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3"/>
            <p:cNvSpPr/>
            <p:nvPr/>
          </p:nvSpPr>
          <p:spPr>
            <a:xfrm>
              <a:off x="3607475" y="2364300"/>
              <a:ext cx="807025" cy="3825"/>
            </a:xfrm>
            <a:custGeom>
              <a:avLst/>
              <a:gdLst/>
              <a:ahLst/>
              <a:cxnLst/>
              <a:rect l="l" t="t" r="r" b="b"/>
              <a:pathLst>
                <a:path w="32281" h="153" extrusionOk="0">
                  <a:moveTo>
                    <a:pt x="4712" y="1"/>
                  </a:moveTo>
                  <a:lnTo>
                    <a:pt x="1247" y="62"/>
                  </a:lnTo>
                  <a:lnTo>
                    <a:pt x="1" y="62"/>
                  </a:lnTo>
                  <a:cubicBezTo>
                    <a:pt x="92" y="92"/>
                    <a:pt x="213" y="92"/>
                    <a:pt x="305" y="92"/>
                  </a:cubicBezTo>
                  <a:lnTo>
                    <a:pt x="1247" y="92"/>
                  </a:lnTo>
                  <a:lnTo>
                    <a:pt x="4712" y="122"/>
                  </a:lnTo>
                  <a:lnTo>
                    <a:pt x="16141" y="153"/>
                  </a:lnTo>
                  <a:lnTo>
                    <a:pt x="27569" y="122"/>
                  </a:lnTo>
                  <a:lnTo>
                    <a:pt x="31004" y="92"/>
                  </a:lnTo>
                  <a:lnTo>
                    <a:pt x="31977" y="92"/>
                  </a:lnTo>
                  <a:cubicBezTo>
                    <a:pt x="32068" y="92"/>
                    <a:pt x="32190" y="92"/>
                    <a:pt x="32281" y="62"/>
                  </a:cubicBezTo>
                  <a:lnTo>
                    <a:pt x="31004" y="62"/>
                  </a:lnTo>
                  <a:lnTo>
                    <a:pt x="2756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3"/>
            <p:cNvSpPr/>
            <p:nvPr/>
          </p:nvSpPr>
          <p:spPr>
            <a:xfrm>
              <a:off x="2319450" y="2228275"/>
              <a:ext cx="643650" cy="550600"/>
            </a:xfrm>
            <a:custGeom>
              <a:avLst/>
              <a:gdLst/>
              <a:ahLst/>
              <a:cxnLst/>
              <a:rect l="l" t="t" r="r" b="b"/>
              <a:pathLst>
                <a:path w="25746" h="22024" extrusionOk="0">
                  <a:moveTo>
                    <a:pt x="14712" y="1"/>
                  </a:moveTo>
                  <a:cubicBezTo>
                    <a:pt x="4895" y="1"/>
                    <a:pt x="1" y="11855"/>
                    <a:pt x="6931" y="18785"/>
                  </a:cubicBezTo>
                  <a:cubicBezTo>
                    <a:pt x="9047" y="20901"/>
                    <a:pt x="11871" y="22023"/>
                    <a:pt x="14738" y="22023"/>
                  </a:cubicBezTo>
                  <a:cubicBezTo>
                    <a:pt x="16154" y="22023"/>
                    <a:pt x="17581" y="21749"/>
                    <a:pt x="18937" y="21187"/>
                  </a:cubicBezTo>
                  <a:cubicBezTo>
                    <a:pt x="23041" y="19485"/>
                    <a:pt x="25746" y="15472"/>
                    <a:pt x="25746" y="11004"/>
                  </a:cubicBezTo>
                  <a:cubicBezTo>
                    <a:pt x="25746" y="4925"/>
                    <a:pt x="20791" y="1"/>
                    <a:pt x="14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3"/>
            <p:cNvSpPr/>
            <p:nvPr/>
          </p:nvSpPr>
          <p:spPr>
            <a:xfrm>
              <a:off x="2386325" y="3100650"/>
              <a:ext cx="631500" cy="5325"/>
            </a:xfrm>
            <a:custGeom>
              <a:avLst/>
              <a:gdLst/>
              <a:ahLst/>
              <a:cxnLst/>
              <a:rect l="l" t="t" r="r" b="b"/>
              <a:pathLst>
                <a:path w="25260" h="213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2"/>
                    <a:pt x="5654" y="213"/>
                    <a:pt x="12615" y="213"/>
                  </a:cubicBezTo>
                  <a:cubicBezTo>
                    <a:pt x="19606" y="213"/>
                    <a:pt x="25259" y="182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2386325" y="31705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0"/>
                  </a:moveTo>
                  <a:cubicBezTo>
                    <a:pt x="5654" y="0"/>
                    <a:pt x="1" y="61"/>
                    <a:pt x="1" y="122"/>
                  </a:cubicBezTo>
                  <a:cubicBezTo>
                    <a:pt x="1" y="183"/>
                    <a:pt x="5654" y="213"/>
                    <a:pt x="12615" y="213"/>
                  </a:cubicBezTo>
                  <a:cubicBezTo>
                    <a:pt x="19606" y="213"/>
                    <a:pt x="25259" y="183"/>
                    <a:pt x="25259" y="122"/>
                  </a:cubicBezTo>
                  <a:cubicBezTo>
                    <a:pt x="25259" y="61"/>
                    <a:pt x="19606" y="0"/>
                    <a:pt x="126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2386325" y="3240450"/>
              <a:ext cx="631500" cy="5350"/>
            </a:xfrm>
            <a:custGeom>
              <a:avLst/>
              <a:gdLst/>
              <a:ahLst/>
              <a:cxnLst/>
              <a:rect l="l" t="t" r="r" b="b"/>
              <a:pathLst>
                <a:path w="25260" h="214" extrusionOk="0">
                  <a:moveTo>
                    <a:pt x="12615" y="1"/>
                  </a:moveTo>
                  <a:cubicBezTo>
                    <a:pt x="5654" y="1"/>
                    <a:pt x="1" y="62"/>
                    <a:pt x="1" y="122"/>
                  </a:cubicBezTo>
                  <a:cubicBezTo>
                    <a:pt x="1" y="183"/>
                    <a:pt x="5654" y="214"/>
                    <a:pt x="12615" y="214"/>
                  </a:cubicBezTo>
                  <a:cubicBezTo>
                    <a:pt x="19606" y="214"/>
                    <a:pt x="25259" y="183"/>
                    <a:pt x="25259" y="122"/>
                  </a:cubicBezTo>
                  <a:cubicBezTo>
                    <a:pt x="25259" y="62"/>
                    <a:pt x="19606" y="1"/>
                    <a:pt x="126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3"/>
            <p:cNvSpPr/>
            <p:nvPr/>
          </p:nvSpPr>
          <p:spPr>
            <a:xfrm>
              <a:off x="2382525" y="3311900"/>
              <a:ext cx="366300" cy="5325"/>
            </a:xfrm>
            <a:custGeom>
              <a:avLst/>
              <a:gdLst/>
              <a:ahLst/>
              <a:cxnLst/>
              <a:rect l="l" t="t" r="r" b="b"/>
              <a:pathLst>
                <a:path w="14652" h="213" extrusionOk="0">
                  <a:moveTo>
                    <a:pt x="7326" y="0"/>
                  </a:moveTo>
                  <a:cubicBezTo>
                    <a:pt x="3283" y="0"/>
                    <a:pt x="1" y="61"/>
                    <a:pt x="1" y="91"/>
                  </a:cubicBezTo>
                  <a:cubicBezTo>
                    <a:pt x="1" y="152"/>
                    <a:pt x="3283" y="213"/>
                    <a:pt x="7326" y="213"/>
                  </a:cubicBezTo>
                  <a:cubicBezTo>
                    <a:pt x="11369" y="213"/>
                    <a:pt x="14651" y="182"/>
                    <a:pt x="14651" y="91"/>
                  </a:cubicBezTo>
                  <a:cubicBezTo>
                    <a:pt x="14651" y="61"/>
                    <a:pt x="11369" y="0"/>
                    <a:pt x="73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3"/>
            <p:cNvSpPr/>
            <p:nvPr/>
          </p:nvSpPr>
          <p:spPr>
            <a:xfrm>
              <a:off x="2385575" y="2960825"/>
              <a:ext cx="435425" cy="31925"/>
            </a:xfrm>
            <a:custGeom>
              <a:avLst/>
              <a:gdLst/>
              <a:ahLst/>
              <a:cxnLst/>
              <a:rect l="l" t="t" r="r" b="b"/>
              <a:pathLst>
                <a:path w="17417" h="1277" extrusionOk="0">
                  <a:moveTo>
                    <a:pt x="0" y="0"/>
                  </a:moveTo>
                  <a:lnTo>
                    <a:pt x="0" y="1277"/>
                  </a:lnTo>
                  <a:lnTo>
                    <a:pt x="17417" y="1277"/>
                  </a:lnTo>
                  <a:lnTo>
                    <a:pt x="1741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2515500" y="2383300"/>
              <a:ext cx="348825" cy="395550"/>
            </a:xfrm>
            <a:custGeom>
              <a:avLst/>
              <a:gdLst/>
              <a:ahLst/>
              <a:cxnLst/>
              <a:rect l="l" t="t" r="r" b="b"/>
              <a:pathLst>
                <a:path w="13953" h="15822" extrusionOk="0">
                  <a:moveTo>
                    <a:pt x="6971" y="0"/>
                  </a:moveTo>
                  <a:cubicBezTo>
                    <a:pt x="4775" y="0"/>
                    <a:pt x="2979" y="1934"/>
                    <a:pt x="2949" y="4317"/>
                  </a:cubicBezTo>
                  <a:cubicBezTo>
                    <a:pt x="2919" y="6049"/>
                    <a:pt x="3952" y="7660"/>
                    <a:pt x="5533" y="8359"/>
                  </a:cubicBezTo>
                  <a:cubicBezTo>
                    <a:pt x="2037" y="8876"/>
                    <a:pt x="578" y="11277"/>
                    <a:pt x="1" y="13223"/>
                  </a:cubicBezTo>
                  <a:cubicBezTo>
                    <a:pt x="1992" y="14955"/>
                    <a:pt x="4477" y="15822"/>
                    <a:pt x="6965" y="15822"/>
                  </a:cubicBezTo>
                  <a:cubicBezTo>
                    <a:pt x="9454" y="15822"/>
                    <a:pt x="11946" y="14955"/>
                    <a:pt x="13953" y="13223"/>
                  </a:cubicBezTo>
                  <a:cubicBezTo>
                    <a:pt x="13375" y="11247"/>
                    <a:pt x="11946" y="8876"/>
                    <a:pt x="8512" y="8359"/>
                  </a:cubicBezTo>
                  <a:cubicBezTo>
                    <a:pt x="10092" y="7660"/>
                    <a:pt x="11095" y="6080"/>
                    <a:pt x="11065" y="4347"/>
                  </a:cubicBezTo>
                  <a:cubicBezTo>
                    <a:pt x="11065" y="1946"/>
                    <a:pt x="9272" y="1"/>
                    <a:pt x="7022" y="1"/>
                  </a:cubicBezTo>
                  <a:cubicBezTo>
                    <a:pt x="7005" y="0"/>
                    <a:pt x="6988" y="0"/>
                    <a:pt x="697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2386325" y="3423600"/>
              <a:ext cx="243950" cy="29650"/>
            </a:xfrm>
            <a:custGeom>
              <a:avLst/>
              <a:gdLst/>
              <a:ahLst/>
              <a:cxnLst/>
              <a:rect l="l" t="t" r="r" b="b"/>
              <a:pathLst>
                <a:path w="9758" h="1186" extrusionOk="0">
                  <a:moveTo>
                    <a:pt x="1" y="0"/>
                  </a:moveTo>
                  <a:lnTo>
                    <a:pt x="1" y="1186"/>
                  </a:lnTo>
                  <a:lnTo>
                    <a:pt x="9758" y="1186"/>
                  </a:lnTo>
                  <a:lnTo>
                    <a:pt x="975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5598400" y="1941800"/>
              <a:ext cx="679375" cy="767525"/>
            </a:xfrm>
            <a:custGeom>
              <a:avLst/>
              <a:gdLst/>
              <a:ahLst/>
              <a:cxnLst/>
              <a:rect l="l" t="t" r="r" b="b"/>
              <a:pathLst>
                <a:path w="27175" h="30701" extrusionOk="0">
                  <a:moveTo>
                    <a:pt x="13010" y="1"/>
                  </a:moveTo>
                  <a:lnTo>
                    <a:pt x="12250" y="31"/>
                  </a:lnTo>
                  <a:lnTo>
                    <a:pt x="11186" y="214"/>
                  </a:lnTo>
                  <a:cubicBezTo>
                    <a:pt x="10244" y="366"/>
                    <a:pt x="9301" y="670"/>
                    <a:pt x="8420" y="1034"/>
                  </a:cubicBezTo>
                  <a:cubicBezTo>
                    <a:pt x="7234" y="1551"/>
                    <a:pt x="6140" y="2250"/>
                    <a:pt x="5137" y="3071"/>
                  </a:cubicBezTo>
                  <a:cubicBezTo>
                    <a:pt x="3921" y="4135"/>
                    <a:pt x="2888" y="5381"/>
                    <a:pt x="2098" y="6749"/>
                  </a:cubicBezTo>
                  <a:cubicBezTo>
                    <a:pt x="1155" y="8390"/>
                    <a:pt x="547" y="10183"/>
                    <a:pt x="304" y="12037"/>
                  </a:cubicBezTo>
                  <a:cubicBezTo>
                    <a:pt x="0" y="14135"/>
                    <a:pt x="152" y="16262"/>
                    <a:pt x="760" y="18299"/>
                  </a:cubicBezTo>
                  <a:cubicBezTo>
                    <a:pt x="1451" y="20461"/>
                    <a:pt x="2616" y="22474"/>
                    <a:pt x="4226" y="24105"/>
                  </a:cubicBezTo>
                  <a:lnTo>
                    <a:pt x="4226" y="24105"/>
                  </a:lnTo>
                  <a:lnTo>
                    <a:pt x="2189" y="30366"/>
                  </a:lnTo>
                  <a:lnTo>
                    <a:pt x="2098" y="30700"/>
                  </a:lnTo>
                  <a:lnTo>
                    <a:pt x="2402" y="30518"/>
                  </a:lnTo>
                  <a:lnTo>
                    <a:pt x="8946" y="27201"/>
                  </a:lnTo>
                  <a:lnTo>
                    <a:pt x="8946" y="27201"/>
                  </a:lnTo>
                  <a:lnTo>
                    <a:pt x="9362" y="27357"/>
                  </a:lnTo>
                  <a:cubicBezTo>
                    <a:pt x="10715" y="27844"/>
                    <a:pt x="12164" y="28066"/>
                    <a:pt x="13624" y="28066"/>
                  </a:cubicBezTo>
                  <a:cubicBezTo>
                    <a:pt x="13804" y="28066"/>
                    <a:pt x="13985" y="28063"/>
                    <a:pt x="14165" y="28056"/>
                  </a:cubicBezTo>
                  <a:cubicBezTo>
                    <a:pt x="15745" y="27995"/>
                    <a:pt x="17295" y="27661"/>
                    <a:pt x="18754" y="27023"/>
                  </a:cubicBezTo>
                  <a:cubicBezTo>
                    <a:pt x="21490" y="25807"/>
                    <a:pt x="23770" y="23740"/>
                    <a:pt x="25229" y="21095"/>
                  </a:cubicBezTo>
                  <a:cubicBezTo>
                    <a:pt x="25928" y="19880"/>
                    <a:pt x="26414" y="18603"/>
                    <a:pt x="26718" y="17235"/>
                  </a:cubicBezTo>
                  <a:cubicBezTo>
                    <a:pt x="26809" y="16901"/>
                    <a:pt x="26870" y="16566"/>
                    <a:pt x="26900" y="16262"/>
                  </a:cubicBezTo>
                  <a:cubicBezTo>
                    <a:pt x="26931" y="15928"/>
                    <a:pt x="27022" y="15594"/>
                    <a:pt x="27022" y="15259"/>
                  </a:cubicBezTo>
                  <a:cubicBezTo>
                    <a:pt x="27174" y="13405"/>
                    <a:pt x="26961" y="11521"/>
                    <a:pt x="26445" y="9727"/>
                  </a:cubicBezTo>
                  <a:cubicBezTo>
                    <a:pt x="26110" y="8664"/>
                    <a:pt x="25654" y="7630"/>
                    <a:pt x="25077" y="6657"/>
                  </a:cubicBezTo>
                  <a:cubicBezTo>
                    <a:pt x="24104" y="4986"/>
                    <a:pt x="22767" y="3527"/>
                    <a:pt x="21216" y="2402"/>
                  </a:cubicBezTo>
                  <a:cubicBezTo>
                    <a:pt x="20001" y="1551"/>
                    <a:pt x="18694" y="913"/>
                    <a:pt x="17265" y="518"/>
                  </a:cubicBezTo>
                  <a:lnTo>
                    <a:pt x="16475" y="305"/>
                  </a:lnTo>
                  <a:cubicBezTo>
                    <a:pt x="16232" y="244"/>
                    <a:pt x="15958" y="183"/>
                    <a:pt x="15715" y="153"/>
                  </a:cubicBezTo>
                  <a:cubicBezTo>
                    <a:pt x="15350" y="92"/>
                    <a:pt x="14955" y="62"/>
                    <a:pt x="14560" y="31"/>
                  </a:cubicBezTo>
                  <a:lnTo>
                    <a:pt x="13861" y="1"/>
                  </a:lnTo>
                  <a:lnTo>
                    <a:pt x="13618" y="1"/>
                  </a:lnTo>
                  <a:cubicBezTo>
                    <a:pt x="13678" y="31"/>
                    <a:pt x="13770" y="31"/>
                    <a:pt x="13861" y="31"/>
                  </a:cubicBezTo>
                  <a:lnTo>
                    <a:pt x="14560" y="92"/>
                  </a:lnTo>
                  <a:cubicBezTo>
                    <a:pt x="14955" y="122"/>
                    <a:pt x="15320" y="183"/>
                    <a:pt x="15715" y="244"/>
                  </a:cubicBezTo>
                  <a:cubicBezTo>
                    <a:pt x="15958" y="274"/>
                    <a:pt x="16201" y="335"/>
                    <a:pt x="16414" y="396"/>
                  </a:cubicBezTo>
                  <a:lnTo>
                    <a:pt x="17235" y="609"/>
                  </a:lnTo>
                  <a:cubicBezTo>
                    <a:pt x="18633" y="1034"/>
                    <a:pt x="19909" y="1673"/>
                    <a:pt x="21095" y="2524"/>
                  </a:cubicBezTo>
                  <a:cubicBezTo>
                    <a:pt x="22645" y="3648"/>
                    <a:pt x="23952" y="5077"/>
                    <a:pt x="24894" y="6749"/>
                  </a:cubicBezTo>
                  <a:cubicBezTo>
                    <a:pt x="25441" y="7691"/>
                    <a:pt x="25897" y="8724"/>
                    <a:pt x="26232" y="9788"/>
                  </a:cubicBezTo>
                  <a:cubicBezTo>
                    <a:pt x="26566" y="10943"/>
                    <a:pt x="26779" y="12129"/>
                    <a:pt x="26809" y="13344"/>
                  </a:cubicBezTo>
                  <a:cubicBezTo>
                    <a:pt x="26840" y="13983"/>
                    <a:pt x="26840" y="14621"/>
                    <a:pt x="26779" y="15259"/>
                  </a:cubicBezTo>
                  <a:cubicBezTo>
                    <a:pt x="26779" y="15563"/>
                    <a:pt x="26688" y="15898"/>
                    <a:pt x="26657" y="16202"/>
                  </a:cubicBezTo>
                  <a:cubicBezTo>
                    <a:pt x="26627" y="16536"/>
                    <a:pt x="26566" y="16870"/>
                    <a:pt x="26475" y="17174"/>
                  </a:cubicBezTo>
                  <a:cubicBezTo>
                    <a:pt x="26171" y="18512"/>
                    <a:pt x="25685" y="19788"/>
                    <a:pt x="25016" y="20974"/>
                  </a:cubicBezTo>
                  <a:cubicBezTo>
                    <a:pt x="23557" y="23557"/>
                    <a:pt x="21338" y="25594"/>
                    <a:pt x="18633" y="26779"/>
                  </a:cubicBezTo>
                  <a:cubicBezTo>
                    <a:pt x="17204" y="27387"/>
                    <a:pt x="15684" y="27722"/>
                    <a:pt x="14134" y="27782"/>
                  </a:cubicBezTo>
                  <a:cubicBezTo>
                    <a:pt x="13916" y="27795"/>
                    <a:pt x="13697" y="27801"/>
                    <a:pt x="13478" y="27801"/>
                  </a:cubicBezTo>
                  <a:cubicBezTo>
                    <a:pt x="12111" y="27801"/>
                    <a:pt x="10737" y="27559"/>
                    <a:pt x="9453" y="27114"/>
                  </a:cubicBezTo>
                  <a:lnTo>
                    <a:pt x="8997" y="26931"/>
                  </a:lnTo>
                  <a:lnTo>
                    <a:pt x="8876" y="26931"/>
                  </a:lnTo>
                  <a:lnTo>
                    <a:pt x="2556" y="30164"/>
                  </a:lnTo>
                  <a:lnTo>
                    <a:pt x="2556" y="30164"/>
                  </a:lnTo>
                  <a:cubicBezTo>
                    <a:pt x="3224" y="28079"/>
                    <a:pt x="3889" y="26051"/>
                    <a:pt x="4499" y="24135"/>
                  </a:cubicBezTo>
                  <a:lnTo>
                    <a:pt x="4529" y="24044"/>
                  </a:lnTo>
                  <a:lnTo>
                    <a:pt x="4468" y="23983"/>
                  </a:lnTo>
                  <a:cubicBezTo>
                    <a:pt x="2888" y="22372"/>
                    <a:pt x="1702" y="20396"/>
                    <a:pt x="1034" y="18208"/>
                  </a:cubicBezTo>
                  <a:cubicBezTo>
                    <a:pt x="426" y="16232"/>
                    <a:pt x="243" y="14135"/>
                    <a:pt x="517" y="12068"/>
                  </a:cubicBezTo>
                  <a:cubicBezTo>
                    <a:pt x="943" y="8633"/>
                    <a:pt x="2614" y="5502"/>
                    <a:pt x="5228" y="3223"/>
                  </a:cubicBezTo>
                  <a:cubicBezTo>
                    <a:pt x="6931" y="1733"/>
                    <a:pt x="8997" y="730"/>
                    <a:pt x="11216" y="305"/>
                  </a:cubicBezTo>
                  <a:lnTo>
                    <a:pt x="12250" y="122"/>
                  </a:lnTo>
                  <a:lnTo>
                    <a:pt x="13010" y="62"/>
                  </a:lnTo>
                  <a:lnTo>
                    <a:pt x="13466" y="31"/>
                  </a:lnTo>
                  <a:lnTo>
                    <a:pt x="1361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3"/>
            <p:cNvSpPr/>
            <p:nvPr/>
          </p:nvSpPr>
          <p:spPr>
            <a:xfrm>
              <a:off x="5863600" y="2125700"/>
              <a:ext cx="205200" cy="290300"/>
            </a:xfrm>
            <a:custGeom>
              <a:avLst/>
              <a:gdLst/>
              <a:ahLst/>
              <a:cxnLst/>
              <a:rect l="l" t="t" r="r" b="b"/>
              <a:pathLst>
                <a:path w="8208" h="11612" extrusionOk="0">
                  <a:moveTo>
                    <a:pt x="3120" y="0"/>
                  </a:moveTo>
                  <a:cubicBezTo>
                    <a:pt x="3108" y="0"/>
                    <a:pt x="3101" y="1"/>
                    <a:pt x="3101" y="1"/>
                  </a:cubicBezTo>
                  <a:lnTo>
                    <a:pt x="3101" y="1946"/>
                  </a:lnTo>
                  <a:lnTo>
                    <a:pt x="973" y="4864"/>
                  </a:lnTo>
                  <a:lnTo>
                    <a:pt x="31" y="4864"/>
                  </a:lnTo>
                  <a:lnTo>
                    <a:pt x="0" y="10973"/>
                  </a:lnTo>
                  <a:lnTo>
                    <a:pt x="1672" y="10973"/>
                  </a:lnTo>
                  <a:cubicBezTo>
                    <a:pt x="1672" y="10973"/>
                    <a:pt x="5715" y="11612"/>
                    <a:pt x="6505" y="11612"/>
                  </a:cubicBezTo>
                  <a:cubicBezTo>
                    <a:pt x="6627" y="11612"/>
                    <a:pt x="6748" y="11581"/>
                    <a:pt x="6839" y="11551"/>
                  </a:cubicBezTo>
                  <a:cubicBezTo>
                    <a:pt x="7660" y="11308"/>
                    <a:pt x="8207" y="10548"/>
                    <a:pt x="8146" y="9697"/>
                  </a:cubicBezTo>
                  <a:cubicBezTo>
                    <a:pt x="8116" y="7995"/>
                    <a:pt x="8055" y="4833"/>
                    <a:pt x="7842" y="4621"/>
                  </a:cubicBezTo>
                  <a:cubicBezTo>
                    <a:pt x="7599" y="4347"/>
                    <a:pt x="4408" y="4347"/>
                    <a:pt x="4408" y="4347"/>
                  </a:cubicBezTo>
                  <a:cubicBezTo>
                    <a:pt x="4408" y="4347"/>
                    <a:pt x="4388" y="4411"/>
                    <a:pt x="4369" y="4411"/>
                  </a:cubicBezTo>
                  <a:cubicBezTo>
                    <a:pt x="4328" y="4411"/>
                    <a:pt x="4285" y="4135"/>
                    <a:pt x="4408" y="2432"/>
                  </a:cubicBezTo>
                  <a:cubicBezTo>
                    <a:pt x="4578" y="79"/>
                    <a:pt x="3294" y="0"/>
                    <a:pt x="3120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3"/>
            <p:cNvSpPr/>
            <p:nvPr/>
          </p:nvSpPr>
          <p:spPr>
            <a:xfrm>
              <a:off x="5795200" y="2234375"/>
              <a:ext cx="55500" cy="165675"/>
            </a:xfrm>
            <a:custGeom>
              <a:avLst/>
              <a:gdLst/>
              <a:ahLst/>
              <a:cxnLst/>
              <a:rect l="l" t="t" r="r" b="b"/>
              <a:pathLst>
                <a:path w="2220" h="6627" extrusionOk="0">
                  <a:moveTo>
                    <a:pt x="1" y="0"/>
                  </a:moveTo>
                  <a:lnTo>
                    <a:pt x="578" y="6626"/>
                  </a:lnTo>
                  <a:lnTo>
                    <a:pt x="2220" y="6626"/>
                  </a:lnTo>
                  <a:lnTo>
                    <a:pt x="2220" y="1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5645551" y="2876513"/>
              <a:ext cx="1576800" cy="746224"/>
            </a:xfrm>
            <a:custGeom>
              <a:avLst/>
              <a:gdLst/>
              <a:ahLst/>
              <a:cxnLst/>
              <a:rect l="l" t="t" r="r" b="b"/>
              <a:pathLst>
                <a:path w="63072" h="29849" extrusionOk="0">
                  <a:moveTo>
                    <a:pt x="2281" y="1"/>
                  </a:moveTo>
                  <a:cubicBezTo>
                    <a:pt x="1034" y="1"/>
                    <a:pt x="1" y="1004"/>
                    <a:pt x="1" y="2280"/>
                  </a:cubicBezTo>
                  <a:lnTo>
                    <a:pt x="1" y="20822"/>
                  </a:lnTo>
                  <a:cubicBezTo>
                    <a:pt x="1" y="22068"/>
                    <a:pt x="1034" y="23101"/>
                    <a:pt x="2281" y="23101"/>
                  </a:cubicBezTo>
                  <a:lnTo>
                    <a:pt x="3618" y="23101"/>
                  </a:lnTo>
                  <a:lnTo>
                    <a:pt x="3618" y="29849"/>
                  </a:lnTo>
                  <a:lnTo>
                    <a:pt x="10244" y="23101"/>
                  </a:lnTo>
                  <a:lnTo>
                    <a:pt x="60792" y="23101"/>
                  </a:lnTo>
                  <a:cubicBezTo>
                    <a:pt x="62039" y="23101"/>
                    <a:pt x="63072" y="22068"/>
                    <a:pt x="63072" y="20822"/>
                  </a:cubicBezTo>
                  <a:lnTo>
                    <a:pt x="63072" y="2280"/>
                  </a:lnTo>
                  <a:cubicBezTo>
                    <a:pt x="63072" y="1004"/>
                    <a:pt x="62039" y="1"/>
                    <a:pt x="6076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5713150" y="2897025"/>
              <a:ext cx="595550" cy="449075"/>
            </a:xfrm>
            <a:custGeom>
              <a:avLst/>
              <a:gdLst/>
              <a:ahLst/>
              <a:cxnLst/>
              <a:rect l="l" t="t" r="r" b="b"/>
              <a:pathLst>
                <a:path w="23822" h="17963" extrusionOk="0">
                  <a:moveTo>
                    <a:pt x="12148" y="0"/>
                  </a:moveTo>
                  <a:cubicBezTo>
                    <a:pt x="11165" y="0"/>
                    <a:pt x="10148" y="154"/>
                    <a:pt x="9119" y="485"/>
                  </a:cubicBezTo>
                  <a:cubicBezTo>
                    <a:pt x="1185" y="3008"/>
                    <a:pt x="0" y="13738"/>
                    <a:pt x="7143" y="17963"/>
                  </a:cubicBezTo>
                  <a:cubicBezTo>
                    <a:pt x="6687" y="16322"/>
                    <a:pt x="6566" y="14589"/>
                    <a:pt x="6748" y="12887"/>
                  </a:cubicBezTo>
                  <a:cubicBezTo>
                    <a:pt x="6717" y="11823"/>
                    <a:pt x="6748" y="10273"/>
                    <a:pt x="6778" y="8875"/>
                  </a:cubicBezTo>
                  <a:cubicBezTo>
                    <a:pt x="6140" y="7233"/>
                    <a:pt x="6566" y="5379"/>
                    <a:pt x="7842" y="4133"/>
                  </a:cubicBezTo>
                  <a:cubicBezTo>
                    <a:pt x="9342" y="2592"/>
                    <a:pt x="10499" y="2349"/>
                    <a:pt x="11352" y="2349"/>
                  </a:cubicBezTo>
                  <a:cubicBezTo>
                    <a:pt x="11745" y="2349"/>
                    <a:pt x="12073" y="2400"/>
                    <a:pt x="12341" y="2400"/>
                  </a:cubicBezTo>
                  <a:cubicBezTo>
                    <a:pt x="13161" y="2431"/>
                    <a:pt x="17082" y="3343"/>
                    <a:pt x="18177" y="8024"/>
                  </a:cubicBezTo>
                  <a:cubicBezTo>
                    <a:pt x="18237" y="8297"/>
                    <a:pt x="18268" y="8601"/>
                    <a:pt x="18298" y="8905"/>
                  </a:cubicBezTo>
                  <a:cubicBezTo>
                    <a:pt x="18298" y="9148"/>
                    <a:pt x="18329" y="9361"/>
                    <a:pt x="18359" y="9513"/>
                  </a:cubicBezTo>
                  <a:cubicBezTo>
                    <a:pt x="18450" y="11215"/>
                    <a:pt x="19393" y="12735"/>
                    <a:pt x="20912" y="13556"/>
                  </a:cubicBezTo>
                  <a:cubicBezTo>
                    <a:pt x="23822" y="6916"/>
                    <a:pt x="18744" y="0"/>
                    <a:pt x="12148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3"/>
            <p:cNvSpPr/>
            <p:nvPr/>
          </p:nvSpPr>
          <p:spPr>
            <a:xfrm>
              <a:off x="5877275" y="3219175"/>
              <a:ext cx="65375" cy="149725"/>
            </a:xfrm>
            <a:custGeom>
              <a:avLst/>
              <a:gdLst/>
              <a:ahLst/>
              <a:cxnLst/>
              <a:rect l="l" t="t" r="r" b="b"/>
              <a:pathLst>
                <a:path w="2615" h="5989" extrusionOk="0">
                  <a:moveTo>
                    <a:pt x="183" y="1"/>
                  </a:moveTo>
                  <a:lnTo>
                    <a:pt x="183" y="1"/>
                  </a:lnTo>
                  <a:cubicBezTo>
                    <a:pt x="1" y="1703"/>
                    <a:pt x="122" y="3436"/>
                    <a:pt x="578" y="5107"/>
                  </a:cubicBezTo>
                  <a:cubicBezTo>
                    <a:pt x="1216" y="5472"/>
                    <a:pt x="1885" y="5776"/>
                    <a:pt x="2615" y="5989"/>
                  </a:cubicBezTo>
                  <a:cubicBezTo>
                    <a:pt x="2584" y="4651"/>
                    <a:pt x="2463" y="2736"/>
                    <a:pt x="2463" y="2736"/>
                  </a:cubicBezTo>
                  <a:cubicBezTo>
                    <a:pt x="2463" y="2736"/>
                    <a:pt x="274" y="2463"/>
                    <a:pt x="183" y="244"/>
                  </a:cubicBezTo>
                  <a:lnTo>
                    <a:pt x="1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3"/>
            <p:cNvSpPr/>
            <p:nvPr/>
          </p:nvSpPr>
          <p:spPr>
            <a:xfrm>
              <a:off x="5881075" y="3029200"/>
              <a:ext cx="202925" cy="351100"/>
            </a:xfrm>
            <a:custGeom>
              <a:avLst/>
              <a:gdLst/>
              <a:ahLst/>
              <a:cxnLst/>
              <a:rect l="l" t="t" r="r" b="b"/>
              <a:pathLst>
                <a:path w="8117" h="14044" extrusionOk="0">
                  <a:moveTo>
                    <a:pt x="871" y="3580"/>
                  </a:moveTo>
                  <a:cubicBezTo>
                    <a:pt x="996" y="3580"/>
                    <a:pt x="1116" y="3634"/>
                    <a:pt x="1216" y="3709"/>
                  </a:cubicBezTo>
                  <a:cubicBezTo>
                    <a:pt x="1308" y="3770"/>
                    <a:pt x="1368" y="3831"/>
                    <a:pt x="1338" y="3861"/>
                  </a:cubicBezTo>
                  <a:cubicBezTo>
                    <a:pt x="1338" y="3861"/>
                    <a:pt x="1146" y="3765"/>
                    <a:pt x="890" y="3765"/>
                  </a:cubicBezTo>
                  <a:cubicBezTo>
                    <a:pt x="858" y="3765"/>
                    <a:pt x="825" y="3767"/>
                    <a:pt x="791" y="3770"/>
                  </a:cubicBezTo>
                  <a:cubicBezTo>
                    <a:pt x="510" y="3770"/>
                    <a:pt x="307" y="3925"/>
                    <a:pt x="254" y="3925"/>
                  </a:cubicBezTo>
                  <a:cubicBezTo>
                    <a:pt x="249" y="3925"/>
                    <a:pt x="246" y="3924"/>
                    <a:pt x="244" y="3922"/>
                  </a:cubicBezTo>
                  <a:cubicBezTo>
                    <a:pt x="213" y="3861"/>
                    <a:pt x="274" y="3831"/>
                    <a:pt x="365" y="3740"/>
                  </a:cubicBezTo>
                  <a:cubicBezTo>
                    <a:pt x="487" y="3648"/>
                    <a:pt x="639" y="3588"/>
                    <a:pt x="791" y="3588"/>
                  </a:cubicBezTo>
                  <a:cubicBezTo>
                    <a:pt x="818" y="3582"/>
                    <a:pt x="845" y="3580"/>
                    <a:pt x="871" y="3580"/>
                  </a:cubicBezTo>
                  <a:close/>
                  <a:moveTo>
                    <a:pt x="4104" y="3618"/>
                  </a:moveTo>
                  <a:cubicBezTo>
                    <a:pt x="4256" y="3618"/>
                    <a:pt x="4408" y="3679"/>
                    <a:pt x="4560" y="3770"/>
                  </a:cubicBezTo>
                  <a:cubicBezTo>
                    <a:pt x="4651" y="3831"/>
                    <a:pt x="4681" y="3892"/>
                    <a:pt x="4681" y="3922"/>
                  </a:cubicBezTo>
                  <a:cubicBezTo>
                    <a:pt x="4654" y="3922"/>
                    <a:pt x="4459" y="3826"/>
                    <a:pt x="4203" y="3826"/>
                  </a:cubicBezTo>
                  <a:cubicBezTo>
                    <a:pt x="4171" y="3826"/>
                    <a:pt x="4138" y="3827"/>
                    <a:pt x="4104" y="3831"/>
                  </a:cubicBezTo>
                  <a:cubicBezTo>
                    <a:pt x="3851" y="3831"/>
                    <a:pt x="3651" y="3986"/>
                    <a:pt x="3597" y="3986"/>
                  </a:cubicBezTo>
                  <a:cubicBezTo>
                    <a:pt x="3593" y="3986"/>
                    <a:pt x="3590" y="3985"/>
                    <a:pt x="3587" y="3983"/>
                  </a:cubicBezTo>
                  <a:cubicBezTo>
                    <a:pt x="3526" y="3922"/>
                    <a:pt x="3587" y="3892"/>
                    <a:pt x="3678" y="3800"/>
                  </a:cubicBezTo>
                  <a:cubicBezTo>
                    <a:pt x="3800" y="3709"/>
                    <a:pt x="3952" y="3648"/>
                    <a:pt x="4104" y="3618"/>
                  </a:cubicBezTo>
                  <a:close/>
                  <a:moveTo>
                    <a:pt x="791" y="3952"/>
                  </a:moveTo>
                  <a:cubicBezTo>
                    <a:pt x="943" y="3952"/>
                    <a:pt x="1064" y="4074"/>
                    <a:pt x="1064" y="4226"/>
                  </a:cubicBezTo>
                  <a:cubicBezTo>
                    <a:pt x="1064" y="4408"/>
                    <a:pt x="928" y="4499"/>
                    <a:pt x="791" y="4499"/>
                  </a:cubicBezTo>
                  <a:cubicBezTo>
                    <a:pt x="654" y="4499"/>
                    <a:pt x="517" y="4408"/>
                    <a:pt x="517" y="4226"/>
                  </a:cubicBezTo>
                  <a:cubicBezTo>
                    <a:pt x="517" y="4074"/>
                    <a:pt x="639" y="3952"/>
                    <a:pt x="791" y="3952"/>
                  </a:cubicBezTo>
                  <a:close/>
                  <a:moveTo>
                    <a:pt x="4047" y="4011"/>
                  </a:moveTo>
                  <a:cubicBezTo>
                    <a:pt x="4296" y="4011"/>
                    <a:pt x="4400" y="4325"/>
                    <a:pt x="4225" y="4499"/>
                  </a:cubicBezTo>
                  <a:cubicBezTo>
                    <a:pt x="4170" y="4546"/>
                    <a:pt x="4104" y="4566"/>
                    <a:pt x="4038" y="4566"/>
                  </a:cubicBezTo>
                  <a:cubicBezTo>
                    <a:pt x="3887" y="4566"/>
                    <a:pt x="3739" y="4456"/>
                    <a:pt x="3739" y="4287"/>
                  </a:cubicBezTo>
                  <a:cubicBezTo>
                    <a:pt x="3739" y="4135"/>
                    <a:pt x="3861" y="4013"/>
                    <a:pt x="4013" y="4013"/>
                  </a:cubicBezTo>
                  <a:cubicBezTo>
                    <a:pt x="4024" y="4012"/>
                    <a:pt x="4036" y="4011"/>
                    <a:pt x="4047" y="4011"/>
                  </a:cubicBezTo>
                  <a:close/>
                  <a:moveTo>
                    <a:pt x="2523" y="3861"/>
                  </a:moveTo>
                  <a:lnTo>
                    <a:pt x="2523" y="3861"/>
                  </a:lnTo>
                  <a:cubicBezTo>
                    <a:pt x="2402" y="4439"/>
                    <a:pt x="2250" y="4986"/>
                    <a:pt x="2037" y="5503"/>
                  </a:cubicBezTo>
                  <a:lnTo>
                    <a:pt x="1824" y="6141"/>
                  </a:lnTo>
                  <a:cubicBezTo>
                    <a:pt x="1794" y="6232"/>
                    <a:pt x="1763" y="6293"/>
                    <a:pt x="1794" y="6384"/>
                  </a:cubicBezTo>
                  <a:cubicBezTo>
                    <a:pt x="1794" y="6445"/>
                    <a:pt x="1855" y="6445"/>
                    <a:pt x="1946" y="6445"/>
                  </a:cubicBezTo>
                  <a:cubicBezTo>
                    <a:pt x="2128" y="6475"/>
                    <a:pt x="2280" y="6475"/>
                    <a:pt x="2432" y="6536"/>
                  </a:cubicBezTo>
                  <a:cubicBezTo>
                    <a:pt x="2280" y="6566"/>
                    <a:pt x="2098" y="6566"/>
                    <a:pt x="1946" y="6566"/>
                  </a:cubicBezTo>
                  <a:cubicBezTo>
                    <a:pt x="1915" y="6566"/>
                    <a:pt x="1855" y="6536"/>
                    <a:pt x="1824" y="6536"/>
                  </a:cubicBezTo>
                  <a:cubicBezTo>
                    <a:pt x="1763" y="6536"/>
                    <a:pt x="1703" y="6475"/>
                    <a:pt x="1672" y="6414"/>
                  </a:cubicBezTo>
                  <a:cubicBezTo>
                    <a:pt x="1672" y="6323"/>
                    <a:pt x="1672" y="6202"/>
                    <a:pt x="1733" y="6110"/>
                  </a:cubicBezTo>
                  <a:lnTo>
                    <a:pt x="1915" y="5472"/>
                  </a:lnTo>
                  <a:cubicBezTo>
                    <a:pt x="2098" y="4925"/>
                    <a:pt x="2280" y="4378"/>
                    <a:pt x="2523" y="3861"/>
                  </a:cubicBezTo>
                  <a:close/>
                  <a:moveTo>
                    <a:pt x="3464" y="6800"/>
                  </a:moveTo>
                  <a:cubicBezTo>
                    <a:pt x="3467" y="6800"/>
                    <a:pt x="3449" y="6812"/>
                    <a:pt x="3405" y="6840"/>
                  </a:cubicBezTo>
                  <a:cubicBezTo>
                    <a:pt x="3526" y="7174"/>
                    <a:pt x="3314" y="7539"/>
                    <a:pt x="2979" y="7630"/>
                  </a:cubicBezTo>
                  <a:lnTo>
                    <a:pt x="2949" y="7630"/>
                  </a:lnTo>
                  <a:cubicBezTo>
                    <a:pt x="2844" y="7674"/>
                    <a:pt x="2737" y="7695"/>
                    <a:pt x="2632" y="7695"/>
                  </a:cubicBezTo>
                  <a:cubicBezTo>
                    <a:pt x="2372" y="7695"/>
                    <a:pt x="2128" y="7565"/>
                    <a:pt x="1976" y="7326"/>
                  </a:cubicBezTo>
                  <a:cubicBezTo>
                    <a:pt x="2504" y="7326"/>
                    <a:pt x="3444" y="6800"/>
                    <a:pt x="3464" y="6800"/>
                  </a:cubicBezTo>
                  <a:close/>
                  <a:moveTo>
                    <a:pt x="3952" y="1"/>
                  </a:moveTo>
                  <a:cubicBezTo>
                    <a:pt x="3739" y="518"/>
                    <a:pt x="3374" y="1612"/>
                    <a:pt x="3587" y="2493"/>
                  </a:cubicBezTo>
                  <a:lnTo>
                    <a:pt x="396" y="3284"/>
                  </a:lnTo>
                  <a:lnTo>
                    <a:pt x="61" y="3618"/>
                  </a:lnTo>
                  <a:cubicBezTo>
                    <a:pt x="0" y="5016"/>
                    <a:pt x="0" y="6566"/>
                    <a:pt x="31" y="7630"/>
                  </a:cubicBezTo>
                  <a:lnTo>
                    <a:pt x="31" y="7843"/>
                  </a:lnTo>
                  <a:cubicBezTo>
                    <a:pt x="122" y="10092"/>
                    <a:pt x="2311" y="10366"/>
                    <a:pt x="2311" y="10366"/>
                  </a:cubicBezTo>
                  <a:cubicBezTo>
                    <a:pt x="3344" y="10335"/>
                    <a:pt x="4347" y="10001"/>
                    <a:pt x="5198" y="9393"/>
                  </a:cubicBezTo>
                  <a:lnTo>
                    <a:pt x="5198" y="9393"/>
                  </a:lnTo>
                  <a:cubicBezTo>
                    <a:pt x="5198" y="9393"/>
                    <a:pt x="4548" y="10919"/>
                    <a:pt x="2567" y="10919"/>
                  </a:cubicBezTo>
                  <a:cubicBezTo>
                    <a:pt x="2493" y="10919"/>
                    <a:pt x="2418" y="10917"/>
                    <a:pt x="2341" y="10913"/>
                  </a:cubicBezTo>
                  <a:lnTo>
                    <a:pt x="2311" y="10366"/>
                  </a:lnTo>
                  <a:lnTo>
                    <a:pt x="2311" y="10366"/>
                  </a:lnTo>
                  <a:cubicBezTo>
                    <a:pt x="2311" y="10369"/>
                    <a:pt x="2402" y="12251"/>
                    <a:pt x="2432" y="13618"/>
                  </a:cubicBezTo>
                  <a:cubicBezTo>
                    <a:pt x="3374" y="13892"/>
                    <a:pt x="4347" y="14044"/>
                    <a:pt x="5320" y="14044"/>
                  </a:cubicBezTo>
                  <a:cubicBezTo>
                    <a:pt x="6171" y="14044"/>
                    <a:pt x="6992" y="13952"/>
                    <a:pt x="7782" y="13740"/>
                  </a:cubicBezTo>
                  <a:lnTo>
                    <a:pt x="8116" y="3740"/>
                  </a:lnTo>
                  <a:cubicBezTo>
                    <a:pt x="8116" y="3740"/>
                    <a:pt x="4560" y="3344"/>
                    <a:pt x="3982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5891900" y="3127950"/>
              <a:ext cx="16550" cy="14400"/>
            </a:xfrm>
            <a:custGeom>
              <a:avLst/>
              <a:gdLst/>
              <a:ahLst/>
              <a:cxnLst/>
              <a:rect l="l" t="t" r="r" b="b"/>
              <a:pathLst>
                <a:path w="662" h="576" extrusionOk="0">
                  <a:moveTo>
                    <a:pt x="351" y="0"/>
                  </a:moveTo>
                  <a:cubicBezTo>
                    <a:pt x="104" y="0"/>
                    <a:pt x="0" y="286"/>
                    <a:pt x="145" y="489"/>
                  </a:cubicBezTo>
                  <a:cubicBezTo>
                    <a:pt x="205" y="548"/>
                    <a:pt x="277" y="575"/>
                    <a:pt x="348" y="575"/>
                  </a:cubicBezTo>
                  <a:cubicBezTo>
                    <a:pt x="494" y="575"/>
                    <a:pt x="631" y="460"/>
                    <a:pt x="631" y="276"/>
                  </a:cubicBezTo>
                  <a:cubicBezTo>
                    <a:pt x="662" y="124"/>
                    <a:pt x="540" y="2"/>
                    <a:pt x="388" y="2"/>
                  </a:cubicBezTo>
                  <a:cubicBezTo>
                    <a:pt x="375" y="1"/>
                    <a:pt x="363" y="0"/>
                    <a:pt x="3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5887150" y="3118675"/>
              <a:ext cx="28900" cy="8575"/>
            </a:xfrm>
            <a:custGeom>
              <a:avLst/>
              <a:gdLst/>
              <a:ahLst/>
              <a:cxnLst/>
              <a:rect l="l" t="t" r="r" b="b"/>
              <a:pathLst>
                <a:path w="1156" h="343" extrusionOk="0">
                  <a:moveTo>
                    <a:pt x="631" y="1"/>
                  </a:moveTo>
                  <a:cubicBezTo>
                    <a:pt x="603" y="1"/>
                    <a:pt x="575" y="3"/>
                    <a:pt x="548" y="9"/>
                  </a:cubicBezTo>
                  <a:cubicBezTo>
                    <a:pt x="396" y="9"/>
                    <a:pt x="244" y="69"/>
                    <a:pt x="122" y="161"/>
                  </a:cubicBezTo>
                  <a:cubicBezTo>
                    <a:pt x="31" y="252"/>
                    <a:pt x="1" y="313"/>
                    <a:pt x="31" y="343"/>
                  </a:cubicBezTo>
                  <a:cubicBezTo>
                    <a:pt x="31" y="343"/>
                    <a:pt x="274" y="191"/>
                    <a:pt x="578" y="191"/>
                  </a:cubicBezTo>
                  <a:cubicBezTo>
                    <a:pt x="821" y="191"/>
                    <a:pt x="1040" y="287"/>
                    <a:pt x="1108" y="287"/>
                  </a:cubicBezTo>
                  <a:cubicBezTo>
                    <a:pt x="1116" y="287"/>
                    <a:pt x="1122" y="286"/>
                    <a:pt x="1125" y="282"/>
                  </a:cubicBezTo>
                  <a:cubicBezTo>
                    <a:pt x="1156" y="221"/>
                    <a:pt x="1125" y="191"/>
                    <a:pt x="1004" y="130"/>
                  </a:cubicBezTo>
                  <a:cubicBezTo>
                    <a:pt x="904" y="55"/>
                    <a:pt x="762" y="1"/>
                    <a:pt x="6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3"/>
            <p:cNvSpPr/>
            <p:nvPr/>
          </p:nvSpPr>
          <p:spPr>
            <a:xfrm>
              <a:off x="5972250" y="3129525"/>
              <a:ext cx="16000" cy="13700"/>
            </a:xfrm>
            <a:custGeom>
              <a:avLst/>
              <a:gdLst/>
              <a:ahLst/>
              <a:cxnLst/>
              <a:rect l="l" t="t" r="r" b="b"/>
              <a:pathLst>
                <a:path w="640" h="548" extrusionOk="0">
                  <a:moveTo>
                    <a:pt x="366" y="0"/>
                  </a:moveTo>
                  <a:cubicBezTo>
                    <a:pt x="1" y="0"/>
                    <a:pt x="1" y="547"/>
                    <a:pt x="366" y="547"/>
                  </a:cubicBezTo>
                  <a:cubicBezTo>
                    <a:pt x="518" y="547"/>
                    <a:pt x="639" y="426"/>
                    <a:pt x="639" y="274"/>
                  </a:cubicBezTo>
                  <a:cubicBezTo>
                    <a:pt x="639" y="122"/>
                    <a:pt x="518" y="0"/>
                    <a:pt x="3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3"/>
            <p:cNvSpPr/>
            <p:nvPr/>
          </p:nvSpPr>
          <p:spPr>
            <a:xfrm>
              <a:off x="5969975" y="3119625"/>
              <a:ext cx="28900" cy="8500"/>
            </a:xfrm>
            <a:custGeom>
              <a:avLst/>
              <a:gdLst/>
              <a:ahLst/>
              <a:cxnLst/>
              <a:rect l="l" t="t" r="r" b="b"/>
              <a:pathLst>
                <a:path w="1156" h="340" extrusionOk="0">
                  <a:moveTo>
                    <a:pt x="548" y="1"/>
                  </a:moveTo>
                  <a:cubicBezTo>
                    <a:pt x="396" y="31"/>
                    <a:pt x="244" y="92"/>
                    <a:pt x="122" y="183"/>
                  </a:cubicBezTo>
                  <a:cubicBezTo>
                    <a:pt x="31" y="244"/>
                    <a:pt x="1" y="335"/>
                    <a:pt x="31" y="335"/>
                  </a:cubicBezTo>
                  <a:cubicBezTo>
                    <a:pt x="31" y="338"/>
                    <a:pt x="33" y="339"/>
                    <a:pt x="37" y="339"/>
                  </a:cubicBezTo>
                  <a:cubicBezTo>
                    <a:pt x="75" y="339"/>
                    <a:pt x="299" y="211"/>
                    <a:pt x="548" y="183"/>
                  </a:cubicBezTo>
                  <a:cubicBezTo>
                    <a:pt x="824" y="183"/>
                    <a:pt x="1050" y="309"/>
                    <a:pt x="1112" y="309"/>
                  </a:cubicBezTo>
                  <a:cubicBezTo>
                    <a:pt x="1118" y="309"/>
                    <a:pt x="1123" y="308"/>
                    <a:pt x="1125" y="305"/>
                  </a:cubicBezTo>
                  <a:cubicBezTo>
                    <a:pt x="1156" y="244"/>
                    <a:pt x="1095" y="214"/>
                    <a:pt x="1004" y="153"/>
                  </a:cubicBezTo>
                  <a:cubicBezTo>
                    <a:pt x="852" y="62"/>
                    <a:pt x="700" y="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3"/>
            <p:cNvSpPr/>
            <p:nvPr/>
          </p:nvSpPr>
          <p:spPr>
            <a:xfrm>
              <a:off x="5922875" y="3125725"/>
              <a:ext cx="22050" cy="67450"/>
            </a:xfrm>
            <a:custGeom>
              <a:avLst/>
              <a:gdLst/>
              <a:ahLst/>
              <a:cxnLst/>
              <a:rect l="l" t="t" r="r" b="b"/>
              <a:pathLst>
                <a:path w="882" h="2698" extrusionOk="0">
                  <a:moveTo>
                    <a:pt x="882" y="0"/>
                  </a:moveTo>
                  <a:lnTo>
                    <a:pt x="882" y="0"/>
                  </a:lnTo>
                  <a:cubicBezTo>
                    <a:pt x="639" y="517"/>
                    <a:pt x="426" y="1064"/>
                    <a:pt x="274" y="1611"/>
                  </a:cubicBezTo>
                  <a:lnTo>
                    <a:pt x="61" y="2249"/>
                  </a:lnTo>
                  <a:cubicBezTo>
                    <a:pt x="31" y="2341"/>
                    <a:pt x="0" y="2462"/>
                    <a:pt x="31" y="2553"/>
                  </a:cubicBezTo>
                  <a:cubicBezTo>
                    <a:pt x="61" y="2614"/>
                    <a:pt x="91" y="2675"/>
                    <a:pt x="152" y="2675"/>
                  </a:cubicBezTo>
                  <a:lnTo>
                    <a:pt x="274" y="2675"/>
                  </a:lnTo>
                  <a:cubicBezTo>
                    <a:pt x="365" y="2690"/>
                    <a:pt x="449" y="2698"/>
                    <a:pt x="532" y="2698"/>
                  </a:cubicBezTo>
                  <a:cubicBezTo>
                    <a:pt x="616" y="2698"/>
                    <a:pt x="699" y="2690"/>
                    <a:pt x="791" y="2675"/>
                  </a:cubicBezTo>
                  <a:cubicBezTo>
                    <a:pt x="608" y="2614"/>
                    <a:pt x="456" y="2614"/>
                    <a:pt x="304" y="2614"/>
                  </a:cubicBezTo>
                  <a:cubicBezTo>
                    <a:pt x="213" y="2614"/>
                    <a:pt x="152" y="2584"/>
                    <a:pt x="122" y="2523"/>
                  </a:cubicBezTo>
                  <a:cubicBezTo>
                    <a:pt x="122" y="2432"/>
                    <a:pt x="152" y="2371"/>
                    <a:pt x="183" y="2280"/>
                  </a:cubicBezTo>
                  <a:lnTo>
                    <a:pt x="395" y="1642"/>
                  </a:lnTo>
                  <a:cubicBezTo>
                    <a:pt x="608" y="1125"/>
                    <a:pt x="760" y="578"/>
                    <a:pt x="88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3"/>
            <p:cNvSpPr/>
            <p:nvPr/>
          </p:nvSpPr>
          <p:spPr>
            <a:xfrm>
              <a:off x="5930475" y="3199175"/>
              <a:ext cx="38775" cy="22400"/>
            </a:xfrm>
            <a:custGeom>
              <a:avLst/>
              <a:gdLst/>
              <a:ahLst/>
              <a:cxnLst/>
              <a:rect l="l" t="t" r="r" b="b"/>
              <a:pathLst>
                <a:path w="1551" h="896" extrusionOk="0">
                  <a:moveTo>
                    <a:pt x="1508" y="1"/>
                  </a:moveTo>
                  <a:cubicBezTo>
                    <a:pt x="1468" y="1"/>
                    <a:pt x="528" y="527"/>
                    <a:pt x="0" y="527"/>
                  </a:cubicBezTo>
                  <a:cubicBezTo>
                    <a:pt x="152" y="766"/>
                    <a:pt x="412" y="896"/>
                    <a:pt x="681" y="896"/>
                  </a:cubicBezTo>
                  <a:cubicBezTo>
                    <a:pt x="789" y="896"/>
                    <a:pt x="899" y="875"/>
                    <a:pt x="1003" y="831"/>
                  </a:cubicBezTo>
                  <a:cubicBezTo>
                    <a:pt x="1338" y="740"/>
                    <a:pt x="1550" y="406"/>
                    <a:pt x="1459" y="41"/>
                  </a:cubicBezTo>
                  <a:cubicBezTo>
                    <a:pt x="1499" y="13"/>
                    <a:pt x="1514" y="1"/>
                    <a:pt x="15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3"/>
            <p:cNvSpPr/>
            <p:nvPr/>
          </p:nvSpPr>
          <p:spPr>
            <a:xfrm>
              <a:off x="5938825" y="3264025"/>
              <a:ext cx="72225" cy="37425"/>
            </a:xfrm>
            <a:custGeom>
              <a:avLst/>
              <a:gdLst/>
              <a:ahLst/>
              <a:cxnLst/>
              <a:rect l="l" t="t" r="r" b="b"/>
              <a:pathLst>
                <a:path w="2889" h="1497" extrusionOk="0">
                  <a:moveTo>
                    <a:pt x="2888" y="0"/>
                  </a:moveTo>
                  <a:lnTo>
                    <a:pt x="2888" y="0"/>
                  </a:lnTo>
                  <a:cubicBezTo>
                    <a:pt x="2037" y="578"/>
                    <a:pt x="1034" y="912"/>
                    <a:pt x="1" y="942"/>
                  </a:cubicBezTo>
                  <a:lnTo>
                    <a:pt x="31" y="1490"/>
                  </a:lnTo>
                  <a:cubicBezTo>
                    <a:pt x="111" y="1494"/>
                    <a:pt x="188" y="1496"/>
                    <a:pt x="264" y="1496"/>
                  </a:cubicBezTo>
                  <a:cubicBezTo>
                    <a:pt x="2267" y="1496"/>
                    <a:pt x="2888" y="0"/>
                    <a:pt x="2888" y="0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3"/>
            <p:cNvSpPr/>
            <p:nvPr/>
          </p:nvSpPr>
          <p:spPr>
            <a:xfrm>
              <a:off x="5866625" y="2955750"/>
              <a:ext cx="368575" cy="416950"/>
            </a:xfrm>
            <a:custGeom>
              <a:avLst/>
              <a:gdLst/>
              <a:ahLst/>
              <a:cxnLst/>
              <a:rect l="l" t="t" r="r" b="b"/>
              <a:pathLst>
                <a:path w="14743" h="16678" extrusionOk="0">
                  <a:moveTo>
                    <a:pt x="5210" y="0"/>
                  </a:moveTo>
                  <a:cubicBezTo>
                    <a:pt x="4358" y="0"/>
                    <a:pt x="3172" y="243"/>
                    <a:pt x="1673" y="1784"/>
                  </a:cubicBezTo>
                  <a:cubicBezTo>
                    <a:pt x="396" y="3030"/>
                    <a:pt x="1" y="4884"/>
                    <a:pt x="609" y="6526"/>
                  </a:cubicBezTo>
                  <a:lnTo>
                    <a:pt x="974" y="6222"/>
                  </a:lnTo>
                  <a:lnTo>
                    <a:pt x="4165" y="5431"/>
                  </a:lnTo>
                  <a:cubicBezTo>
                    <a:pt x="3922" y="4550"/>
                    <a:pt x="4317" y="3456"/>
                    <a:pt x="4560" y="2969"/>
                  </a:cubicBezTo>
                  <a:lnTo>
                    <a:pt x="4560" y="2939"/>
                  </a:lnTo>
                  <a:cubicBezTo>
                    <a:pt x="5138" y="6282"/>
                    <a:pt x="8725" y="6678"/>
                    <a:pt x="8725" y="6678"/>
                  </a:cubicBezTo>
                  <a:lnTo>
                    <a:pt x="8360" y="16678"/>
                  </a:lnTo>
                  <a:cubicBezTo>
                    <a:pt x="8512" y="16617"/>
                    <a:pt x="8633" y="16587"/>
                    <a:pt x="8755" y="16556"/>
                  </a:cubicBezTo>
                  <a:cubicBezTo>
                    <a:pt x="11430" y="15735"/>
                    <a:pt x="13618" y="13790"/>
                    <a:pt x="14743" y="11237"/>
                  </a:cubicBezTo>
                  <a:cubicBezTo>
                    <a:pt x="13254" y="10416"/>
                    <a:pt x="12281" y="8866"/>
                    <a:pt x="12190" y="7194"/>
                  </a:cubicBezTo>
                  <a:cubicBezTo>
                    <a:pt x="12190" y="7012"/>
                    <a:pt x="12159" y="6799"/>
                    <a:pt x="12129" y="6556"/>
                  </a:cubicBezTo>
                  <a:cubicBezTo>
                    <a:pt x="12129" y="6282"/>
                    <a:pt x="12068" y="5978"/>
                    <a:pt x="12007" y="5675"/>
                  </a:cubicBezTo>
                  <a:cubicBezTo>
                    <a:pt x="10913" y="994"/>
                    <a:pt x="6962" y="82"/>
                    <a:pt x="6171" y="51"/>
                  </a:cubicBezTo>
                  <a:cubicBezTo>
                    <a:pt x="5923" y="51"/>
                    <a:pt x="5601" y="0"/>
                    <a:pt x="52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6310858" y="3046450"/>
              <a:ext cx="758400" cy="41800"/>
            </a:xfrm>
            <a:custGeom>
              <a:avLst/>
              <a:gdLst/>
              <a:ahLst/>
              <a:cxnLst/>
              <a:rect l="l" t="t" r="r" b="b"/>
              <a:pathLst>
                <a:path w="30336" h="1672" extrusionOk="0">
                  <a:moveTo>
                    <a:pt x="1" y="0"/>
                  </a:moveTo>
                  <a:lnTo>
                    <a:pt x="1" y="1672"/>
                  </a:lnTo>
                  <a:lnTo>
                    <a:pt x="30336" y="1672"/>
                  </a:lnTo>
                  <a:lnTo>
                    <a:pt x="30336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3"/>
            <p:cNvSpPr/>
            <p:nvPr/>
          </p:nvSpPr>
          <p:spPr>
            <a:xfrm>
              <a:off x="4927400" y="3232100"/>
              <a:ext cx="375425" cy="41825"/>
            </a:xfrm>
            <a:custGeom>
              <a:avLst/>
              <a:gdLst/>
              <a:ahLst/>
              <a:cxnLst/>
              <a:rect l="l" t="t" r="r" b="b"/>
              <a:pathLst>
                <a:path w="15017" h="1673" extrusionOk="0">
                  <a:moveTo>
                    <a:pt x="1" y="1"/>
                  </a:moveTo>
                  <a:lnTo>
                    <a:pt x="1" y="1672"/>
                  </a:lnTo>
                  <a:lnTo>
                    <a:pt x="15016" y="1672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3"/>
            <p:cNvSpPr/>
            <p:nvPr/>
          </p:nvSpPr>
          <p:spPr>
            <a:xfrm>
              <a:off x="6026225" y="4487875"/>
              <a:ext cx="69925" cy="49750"/>
            </a:xfrm>
            <a:custGeom>
              <a:avLst/>
              <a:gdLst/>
              <a:ahLst/>
              <a:cxnLst/>
              <a:rect l="l" t="t" r="r" b="b"/>
              <a:pathLst>
                <a:path w="2797" h="1990" extrusionOk="0">
                  <a:moveTo>
                    <a:pt x="549" y="1"/>
                  </a:moveTo>
                  <a:cubicBezTo>
                    <a:pt x="363" y="1"/>
                    <a:pt x="178" y="25"/>
                    <a:pt x="0" y="74"/>
                  </a:cubicBezTo>
                  <a:lnTo>
                    <a:pt x="365" y="1989"/>
                  </a:lnTo>
                  <a:lnTo>
                    <a:pt x="2796" y="1564"/>
                  </a:lnTo>
                  <a:cubicBezTo>
                    <a:pt x="2584" y="986"/>
                    <a:pt x="2189" y="530"/>
                    <a:pt x="1672" y="287"/>
                  </a:cubicBezTo>
                  <a:cubicBezTo>
                    <a:pt x="1323" y="103"/>
                    <a:pt x="934" y="1"/>
                    <a:pt x="549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3"/>
            <p:cNvSpPr/>
            <p:nvPr/>
          </p:nvSpPr>
          <p:spPr>
            <a:xfrm>
              <a:off x="6035325" y="4470725"/>
              <a:ext cx="288800" cy="69175"/>
            </a:xfrm>
            <a:custGeom>
              <a:avLst/>
              <a:gdLst/>
              <a:ahLst/>
              <a:cxnLst/>
              <a:rect l="l" t="t" r="r" b="b"/>
              <a:pathLst>
                <a:path w="11552" h="2767" extrusionOk="0">
                  <a:moveTo>
                    <a:pt x="9423" y="0"/>
                  </a:moveTo>
                  <a:cubicBezTo>
                    <a:pt x="9028" y="91"/>
                    <a:pt x="8998" y="973"/>
                    <a:pt x="8998" y="973"/>
                  </a:cubicBezTo>
                  <a:lnTo>
                    <a:pt x="1" y="2614"/>
                  </a:lnTo>
                  <a:lnTo>
                    <a:pt x="1" y="2766"/>
                  </a:lnTo>
                  <a:cubicBezTo>
                    <a:pt x="3466" y="2402"/>
                    <a:pt x="11156" y="943"/>
                    <a:pt x="11369" y="578"/>
                  </a:cubicBezTo>
                  <a:cubicBezTo>
                    <a:pt x="11551" y="213"/>
                    <a:pt x="9423" y="0"/>
                    <a:pt x="9423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3"/>
            <p:cNvSpPr/>
            <p:nvPr/>
          </p:nvSpPr>
          <p:spPr>
            <a:xfrm>
              <a:off x="6035325" y="4482875"/>
              <a:ext cx="280425" cy="53225"/>
            </a:xfrm>
            <a:custGeom>
              <a:avLst/>
              <a:gdLst/>
              <a:ahLst/>
              <a:cxnLst/>
              <a:rect l="l" t="t" r="r" b="b"/>
              <a:pathLst>
                <a:path w="11217" h="2129" extrusionOk="0">
                  <a:moveTo>
                    <a:pt x="11217" y="1"/>
                  </a:moveTo>
                  <a:lnTo>
                    <a:pt x="10882" y="61"/>
                  </a:lnTo>
                  <a:lnTo>
                    <a:pt x="9667" y="335"/>
                  </a:lnTo>
                  <a:cubicBezTo>
                    <a:pt x="8633" y="548"/>
                    <a:pt x="7205" y="821"/>
                    <a:pt x="5624" y="1125"/>
                  </a:cubicBezTo>
                  <a:cubicBezTo>
                    <a:pt x="4043" y="1429"/>
                    <a:pt x="2615" y="1672"/>
                    <a:pt x="1551" y="1855"/>
                  </a:cubicBezTo>
                  <a:lnTo>
                    <a:pt x="335" y="2068"/>
                  </a:lnTo>
                  <a:lnTo>
                    <a:pt x="1" y="2128"/>
                  </a:lnTo>
                  <a:lnTo>
                    <a:pt x="335" y="2098"/>
                  </a:lnTo>
                  <a:lnTo>
                    <a:pt x="1581" y="1916"/>
                  </a:lnTo>
                  <a:cubicBezTo>
                    <a:pt x="2615" y="1733"/>
                    <a:pt x="4043" y="1520"/>
                    <a:pt x="5624" y="1216"/>
                  </a:cubicBezTo>
                  <a:cubicBezTo>
                    <a:pt x="7205" y="913"/>
                    <a:pt x="8633" y="609"/>
                    <a:pt x="9667" y="396"/>
                  </a:cubicBezTo>
                  <a:lnTo>
                    <a:pt x="10882" y="92"/>
                  </a:lnTo>
                  <a:lnTo>
                    <a:pt x="1121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3"/>
            <p:cNvSpPr/>
            <p:nvPr/>
          </p:nvSpPr>
          <p:spPr>
            <a:xfrm>
              <a:off x="6258750" y="4468450"/>
              <a:ext cx="12925" cy="29650"/>
            </a:xfrm>
            <a:custGeom>
              <a:avLst/>
              <a:gdLst/>
              <a:ahLst/>
              <a:cxnLst/>
              <a:rect l="l" t="t" r="r" b="b"/>
              <a:pathLst>
                <a:path w="517" h="1186" extrusionOk="0">
                  <a:moveTo>
                    <a:pt x="517" y="0"/>
                  </a:moveTo>
                  <a:lnTo>
                    <a:pt x="517" y="0"/>
                  </a:lnTo>
                  <a:cubicBezTo>
                    <a:pt x="304" y="122"/>
                    <a:pt x="152" y="304"/>
                    <a:pt x="91" y="517"/>
                  </a:cubicBezTo>
                  <a:cubicBezTo>
                    <a:pt x="0" y="730"/>
                    <a:pt x="0" y="973"/>
                    <a:pt x="61" y="1186"/>
                  </a:cubicBezTo>
                  <a:cubicBezTo>
                    <a:pt x="91" y="973"/>
                    <a:pt x="122" y="760"/>
                    <a:pt x="183" y="547"/>
                  </a:cubicBezTo>
                  <a:cubicBezTo>
                    <a:pt x="274" y="365"/>
                    <a:pt x="365" y="182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3"/>
            <p:cNvSpPr/>
            <p:nvPr/>
          </p:nvSpPr>
          <p:spPr>
            <a:xfrm>
              <a:off x="6206300" y="4466150"/>
              <a:ext cx="6875" cy="16000"/>
            </a:xfrm>
            <a:custGeom>
              <a:avLst/>
              <a:gdLst/>
              <a:ahLst/>
              <a:cxnLst/>
              <a:rect l="l" t="t" r="r" b="b"/>
              <a:pathLst>
                <a:path w="275" h="640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92"/>
                    <a:pt x="92" y="183"/>
                    <a:pt x="62" y="305"/>
                  </a:cubicBezTo>
                  <a:cubicBezTo>
                    <a:pt x="31" y="396"/>
                    <a:pt x="1" y="518"/>
                    <a:pt x="1" y="639"/>
                  </a:cubicBezTo>
                  <a:cubicBezTo>
                    <a:pt x="1" y="639"/>
                    <a:pt x="92" y="518"/>
                    <a:pt x="153" y="335"/>
                  </a:cubicBezTo>
                  <a:cubicBezTo>
                    <a:pt x="214" y="153"/>
                    <a:pt x="274" y="31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3"/>
            <p:cNvSpPr/>
            <p:nvPr/>
          </p:nvSpPr>
          <p:spPr>
            <a:xfrm>
              <a:off x="6190350" y="4466025"/>
              <a:ext cx="9900" cy="11550"/>
            </a:xfrm>
            <a:custGeom>
              <a:avLst/>
              <a:gdLst/>
              <a:ahLst/>
              <a:cxnLst/>
              <a:rect l="l" t="t" r="r" b="b"/>
              <a:pathLst>
                <a:path w="396" h="462" extrusionOk="0">
                  <a:moveTo>
                    <a:pt x="361" y="0"/>
                  </a:moveTo>
                  <a:cubicBezTo>
                    <a:pt x="341" y="0"/>
                    <a:pt x="258" y="83"/>
                    <a:pt x="153" y="188"/>
                  </a:cubicBezTo>
                  <a:cubicBezTo>
                    <a:pt x="61" y="340"/>
                    <a:pt x="1" y="431"/>
                    <a:pt x="31" y="462"/>
                  </a:cubicBezTo>
                  <a:cubicBezTo>
                    <a:pt x="31" y="462"/>
                    <a:pt x="153" y="371"/>
                    <a:pt x="244" y="249"/>
                  </a:cubicBezTo>
                  <a:cubicBezTo>
                    <a:pt x="335" y="128"/>
                    <a:pt x="396" y="6"/>
                    <a:pt x="365" y="6"/>
                  </a:cubicBezTo>
                  <a:cubicBezTo>
                    <a:pt x="365" y="2"/>
                    <a:pt x="364" y="0"/>
                    <a:pt x="3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3"/>
            <p:cNvSpPr/>
            <p:nvPr/>
          </p:nvSpPr>
          <p:spPr>
            <a:xfrm>
              <a:off x="6179725" y="4459575"/>
              <a:ext cx="17500" cy="3875"/>
            </a:xfrm>
            <a:custGeom>
              <a:avLst/>
              <a:gdLst/>
              <a:ahLst/>
              <a:cxnLst/>
              <a:rect l="l" t="t" r="r" b="b"/>
              <a:pathLst>
                <a:path w="700" h="155" extrusionOk="0">
                  <a:moveTo>
                    <a:pt x="537" y="1"/>
                  </a:moveTo>
                  <a:cubicBezTo>
                    <a:pt x="457" y="1"/>
                    <a:pt x="375" y="16"/>
                    <a:pt x="304" y="51"/>
                  </a:cubicBezTo>
                  <a:cubicBezTo>
                    <a:pt x="182" y="51"/>
                    <a:pt x="91" y="82"/>
                    <a:pt x="0" y="142"/>
                  </a:cubicBezTo>
                  <a:cubicBezTo>
                    <a:pt x="27" y="151"/>
                    <a:pt x="56" y="155"/>
                    <a:pt x="87" y="155"/>
                  </a:cubicBezTo>
                  <a:cubicBezTo>
                    <a:pt x="162" y="155"/>
                    <a:pt x="248" y="133"/>
                    <a:pt x="334" y="112"/>
                  </a:cubicBezTo>
                  <a:cubicBezTo>
                    <a:pt x="456" y="112"/>
                    <a:pt x="578" y="82"/>
                    <a:pt x="699" y="21"/>
                  </a:cubicBezTo>
                  <a:cubicBezTo>
                    <a:pt x="649" y="8"/>
                    <a:pt x="593" y="1"/>
                    <a:pt x="5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3"/>
            <p:cNvSpPr/>
            <p:nvPr/>
          </p:nvSpPr>
          <p:spPr>
            <a:xfrm>
              <a:off x="6208600" y="4446575"/>
              <a:ext cx="30400" cy="21900"/>
            </a:xfrm>
            <a:custGeom>
              <a:avLst/>
              <a:gdLst/>
              <a:ahLst/>
              <a:cxnLst/>
              <a:rect l="l" t="t" r="r" b="b"/>
              <a:pathLst>
                <a:path w="1216" h="876" extrusionOk="0">
                  <a:moveTo>
                    <a:pt x="871" y="84"/>
                  </a:moveTo>
                  <a:cubicBezTo>
                    <a:pt x="935" y="84"/>
                    <a:pt x="999" y="94"/>
                    <a:pt x="1064" y="115"/>
                  </a:cubicBezTo>
                  <a:cubicBezTo>
                    <a:pt x="1155" y="146"/>
                    <a:pt x="1125" y="237"/>
                    <a:pt x="1064" y="298"/>
                  </a:cubicBezTo>
                  <a:cubicBezTo>
                    <a:pt x="1003" y="328"/>
                    <a:pt x="942" y="389"/>
                    <a:pt x="851" y="450"/>
                  </a:cubicBezTo>
                  <a:cubicBezTo>
                    <a:pt x="699" y="510"/>
                    <a:pt x="578" y="571"/>
                    <a:pt x="426" y="632"/>
                  </a:cubicBezTo>
                  <a:cubicBezTo>
                    <a:pt x="304" y="693"/>
                    <a:pt x="197" y="731"/>
                    <a:pt x="121" y="754"/>
                  </a:cubicBezTo>
                  <a:lnTo>
                    <a:pt x="121" y="754"/>
                  </a:lnTo>
                  <a:cubicBezTo>
                    <a:pt x="144" y="661"/>
                    <a:pt x="171" y="563"/>
                    <a:pt x="213" y="480"/>
                  </a:cubicBezTo>
                  <a:cubicBezTo>
                    <a:pt x="304" y="358"/>
                    <a:pt x="395" y="237"/>
                    <a:pt x="547" y="176"/>
                  </a:cubicBezTo>
                  <a:cubicBezTo>
                    <a:pt x="645" y="117"/>
                    <a:pt x="756" y="84"/>
                    <a:pt x="871" y="84"/>
                  </a:cubicBezTo>
                  <a:close/>
                  <a:moveTo>
                    <a:pt x="920" y="1"/>
                  </a:moveTo>
                  <a:cubicBezTo>
                    <a:pt x="600" y="1"/>
                    <a:pt x="308" y="173"/>
                    <a:pt x="182" y="450"/>
                  </a:cubicBezTo>
                  <a:cubicBezTo>
                    <a:pt x="125" y="535"/>
                    <a:pt x="95" y="648"/>
                    <a:pt x="92" y="762"/>
                  </a:cubicBezTo>
                  <a:lnTo>
                    <a:pt x="92" y="762"/>
                  </a:lnTo>
                  <a:cubicBezTo>
                    <a:pt x="34" y="778"/>
                    <a:pt x="0" y="784"/>
                    <a:pt x="0" y="784"/>
                  </a:cubicBezTo>
                  <a:cubicBezTo>
                    <a:pt x="30" y="784"/>
                    <a:pt x="61" y="783"/>
                    <a:pt x="91" y="780"/>
                  </a:cubicBezTo>
                  <a:lnTo>
                    <a:pt x="91" y="780"/>
                  </a:lnTo>
                  <a:cubicBezTo>
                    <a:pt x="91" y="782"/>
                    <a:pt x="91" y="783"/>
                    <a:pt x="91" y="784"/>
                  </a:cubicBezTo>
                  <a:cubicBezTo>
                    <a:pt x="91" y="814"/>
                    <a:pt x="91" y="845"/>
                    <a:pt x="91" y="875"/>
                  </a:cubicBezTo>
                  <a:cubicBezTo>
                    <a:pt x="99" y="844"/>
                    <a:pt x="107" y="812"/>
                    <a:pt x="115" y="778"/>
                  </a:cubicBezTo>
                  <a:lnTo>
                    <a:pt x="115" y="778"/>
                  </a:lnTo>
                  <a:cubicBezTo>
                    <a:pt x="228" y="767"/>
                    <a:pt x="342" y="738"/>
                    <a:pt x="456" y="693"/>
                  </a:cubicBezTo>
                  <a:cubicBezTo>
                    <a:pt x="608" y="662"/>
                    <a:pt x="760" y="602"/>
                    <a:pt x="882" y="510"/>
                  </a:cubicBezTo>
                  <a:cubicBezTo>
                    <a:pt x="973" y="480"/>
                    <a:pt x="1064" y="419"/>
                    <a:pt x="1125" y="358"/>
                  </a:cubicBezTo>
                  <a:cubicBezTo>
                    <a:pt x="1185" y="328"/>
                    <a:pt x="1216" y="267"/>
                    <a:pt x="1216" y="206"/>
                  </a:cubicBezTo>
                  <a:cubicBezTo>
                    <a:pt x="1216" y="146"/>
                    <a:pt x="1185" y="54"/>
                    <a:pt x="1125" y="24"/>
                  </a:cubicBezTo>
                  <a:cubicBezTo>
                    <a:pt x="1056" y="8"/>
                    <a:pt x="988" y="1"/>
                    <a:pt x="92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3"/>
            <p:cNvSpPr/>
            <p:nvPr/>
          </p:nvSpPr>
          <p:spPr>
            <a:xfrm>
              <a:off x="6194150" y="4446975"/>
              <a:ext cx="18275" cy="19200"/>
            </a:xfrm>
            <a:custGeom>
              <a:avLst/>
              <a:gdLst/>
              <a:ahLst/>
              <a:cxnLst/>
              <a:rect l="l" t="t" r="r" b="b"/>
              <a:pathLst>
                <a:path w="731" h="768" extrusionOk="0">
                  <a:moveTo>
                    <a:pt x="200" y="0"/>
                  </a:moveTo>
                  <a:cubicBezTo>
                    <a:pt x="174" y="0"/>
                    <a:pt x="148" y="3"/>
                    <a:pt x="122" y="8"/>
                  </a:cubicBezTo>
                  <a:cubicBezTo>
                    <a:pt x="31" y="38"/>
                    <a:pt x="1" y="160"/>
                    <a:pt x="31" y="251"/>
                  </a:cubicBezTo>
                  <a:cubicBezTo>
                    <a:pt x="61" y="312"/>
                    <a:pt x="92" y="373"/>
                    <a:pt x="153" y="434"/>
                  </a:cubicBezTo>
                  <a:cubicBezTo>
                    <a:pt x="213" y="494"/>
                    <a:pt x="304" y="586"/>
                    <a:pt x="396" y="646"/>
                  </a:cubicBezTo>
                  <a:cubicBezTo>
                    <a:pt x="487" y="707"/>
                    <a:pt x="578" y="738"/>
                    <a:pt x="669" y="768"/>
                  </a:cubicBezTo>
                  <a:cubicBezTo>
                    <a:pt x="669" y="768"/>
                    <a:pt x="578" y="707"/>
                    <a:pt x="426" y="586"/>
                  </a:cubicBezTo>
                  <a:cubicBezTo>
                    <a:pt x="335" y="525"/>
                    <a:pt x="274" y="464"/>
                    <a:pt x="183" y="373"/>
                  </a:cubicBezTo>
                  <a:cubicBezTo>
                    <a:pt x="122" y="282"/>
                    <a:pt x="61" y="130"/>
                    <a:pt x="153" y="99"/>
                  </a:cubicBezTo>
                  <a:cubicBezTo>
                    <a:pt x="174" y="94"/>
                    <a:pt x="196" y="91"/>
                    <a:pt x="217" y="91"/>
                  </a:cubicBezTo>
                  <a:cubicBezTo>
                    <a:pt x="316" y="91"/>
                    <a:pt x="412" y="146"/>
                    <a:pt x="487" y="221"/>
                  </a:cubicBezTo>
                  <a:cubicBezTo>
                    <a:pt x="548" y="282"/>
                    <a:pt x="608" y="373"/>
                    <a:pt x="669" y="494"/>
                  </a:cubicBezTo>
                  <a:cubicBezTo>
                    <a:pt x="669" y="586"/>
                    <a:pt x="700" y="677"/>
                    <a:pt x="700" y="768"/>
                  </a:cubicBezTo>
                  <a:cubicBezTo>
                    <a:pt x="730" y="677"/>
                    <a:pt x="730" y="555"/>
                    <a:pt x="700" y="464"/>
                  </a:cubicBezTo>
                  <a:cubicBezTo>
                    <a:pt x="669" y="342"/>
                    <a:pt x="608" y="251"/>
                    <a:pt x="517" y="160"/>
                  </a:cubicBezTo>
                  <a:cubicBezTo>
                    <a:pt x="442" y="59"/>
                    <a:pt x="324" y="0"/>
                    <a:pt x="2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3"/>
            <p:cNvSpPr/>
            <p:nvPr/>
          </p:nvSpPr>
          <p:spPr>
            <a:xfrm>
              <a:off x="6026975" y="4485625"/>
              <a:ext cx="69175" cy="39900"/>
            </a:xfrm>
            <a:custGeom>
              <a:avLst/>
              <a:gdLst/>
              <a:ahLst/>
              <a:cxnLst/>
              <a:rect l="l" t="t" r="r" b="b"/>
              <a:pathLst>
                <a:path w="2767" h="1596" extrusionOk="0">
                  <a:moveTo>
                    <a:pt x="745" y="0"/>
                  </a:moveTo>
                  <a:cubicBezTo>
                    <a:pt x="670" y="0"/>
                    <a:pt x="593" y="4"/>
                    <a:pt x="517" y="12"/>
                  </a:cubicBezTo>
                  <a:cubicBezTo>
                    <a:pt x="365" y="43"/>
                    <a:pt x="244" y="43"/>
                    <a:pt x="122" y="103"/>
                  </a:cubicBezTo>
                  <a:cubicBezTo>
                    <a:pt x="92" y="103"/>
                    <a:pt x="31" y="134"/>
                    <a:pt x="0" y="164"/>
                  </a:cubicBezTo>
                  <a:cubicBezTo>
                    <a:pt x="0" y="164"/>
                    <a:pt x="183" y="103"/>
                    <a:pt x="517" y="73"/>
                  </a:cubicBezTo>
                  <a:cubicBezTo>
                    <a:pt x="567" y="69"/>
                    <a:pt x="618" y="67"/>
                    <a:pt x="668" y="67"/>
                  </a:cubicBezTo>
                  <a:cubicBezTo>
                    <a:pt x="1012" y="67"/>
                    <a:pt x="1354" y="157"/>
                    <a:pt x="1672" y="316"/>
                  </a:cubicBezTo>
                  <a:cubicBezTo>
                    <a:pt x="2037" y="499"/>
                    <a:pt x="2341" y="803"/>
                    <a:pt x="2554" y="1137"/>
                  </a:cubicBezTo>
                  <a:cubicBezTo>
                    <a:pt x="2696" y="1393"/>
                    <a:pt x="2732" y="1596"/>
                    <a:pt x="2761" y="1596"/>
                  </a:cubicBezTo>
                  <a:cubicBezTo>
                    <a:pt x="2763" y="1596"/>
                    <a:pt x="2765" y="1595"/>
                    <a:pt x="2766" y="1593"/>
                  </a:cubicBezTo>
                  <a:cubicBezTo>
                    <a:pt x="2766" y="1562"/>
                    <a:pt x="2736" y="1502"/>
                    <a:pt x="2736" y="1471"/>
                  </a:cubicBezTo>
                  <a:cubicBezTo>
                    <a:pt x="2706" y="1350"/>
                    <a:pt x="2645" y="1228"/>
                    <a:pt x="2584" y="1106"/>
                  </a:cubicBezTo>
                  <a:cubicBezTo>
                    <a:pt x="2224" y="415"/>
                    <a:pt x="1512" y="0"/>
                    <a:pt x="74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3"/>
            <p:cNvSpPr/>
            <p:nvPr/>
          </p:nvSpPr>
          <p:spPr>
            <a:xfrm>
              <a:off x="6031525" y="4416000"/>
              <a:ext cx="12200" cy="69175"/>
            </a:xfrm>
            <a:custGeom>
              <a:avLst/>
              <a:gdLst/>
              <a:ahLst/>
              <a:cxnLst/>
              <a:rect l="l" t="t" r="r" b="b"/>
              <a:pathLst>
                <a:path w="488" h="2767" extrusionOk="0">
                  <a:moveTo>
                    <a:pt x="1" y="1"/>
                  </a:moveTo>
                  <a:lnTo>
                    <a:pt x="1" y="1"/>
                  </a:lnTo>
                  <a:cubicBezTo>
                    <a:pt x="31" y="457"/>
                    <a:pt x="92" y="943"/>
                    <a:pt x="183" y="1399"/>
                  </a:cubicBezTo>
                  <a:cubicBezTo>
                    <a:pt x="274" y="1855"/>
                    <a:pt x="366" y="2311"/>
                    <a:pt x="487" y="2767"/>
                  </a:cubicBezTo>
                  <a:cubicBezTo>
                    <a:pt x="426" y="2311"/>
                    <a:pt x="366" y="1855"/>
                    <a:pt x="274" y="1369"/>
                  </a:cubicBezTo>
                  <a:cubicBezTo>
                    <a:pt x="214" y="913"/>
                    <a:pt x="122" y="457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3"/>
            <p:cNvSpPr/>
            <p:nvPr/>
          </p:nvSpPr>
          <p:spPr>
            <a:xfrm>
              <a:off x="6114350" y="4497200"/>
              <a:ext cx="49425" cy="9250"/>
            </a:xfrm>
            <a:custGeom>
              <a:avLst/>
              <a:gdLst/>
              <a:ahLst/>
              <a:cxnLst/>
              <a:rect l="l" t="t" r="r" b="b"/>
              <a:pathLst>
                <a:path w="1977" h="370" extrusionOk="0">
                  <a:moveTo>
                    <a:pt x="1962" y="0"/>
                  </a:moveTo>
                  <a:cubicBezTo>
                    <a:pt x="1884" y="0"/>
                    <a:pt x="1493" y="106"/>
                    <a:pt x="1004" y="188"/>
                  </a:cubicBezTo>
                  <a:cubicBezTo>
                    <a:pt x="457" y="279"/>
                    <a:pt x="1" y="340"/>
                    <a:pt x="1" y="370"/>
                  </a:cubicBezTo>
                  <a:cubicBezTo>
                    <a:pt x="335" y="370"/>
                    <a:pt x="670" y="340"/>
                    <a:pt x="1004" y="279"/>
                  </a:cubicBezTo>
                  <a:cubicBezTo>
                    <a:pt x="1338" y="218"/>
                    <a:pt x="1673" y="127"/>
                    <a:pt x="1977" y="5"/>
                  </a:cubicBezTo>
                  <a:cubicBezTo>
                    <a:pt x="1977" y="2"/>
                    <a:pt x="1972" y="0"/>
                    <a:pt x="196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3"/>
            <p:cNvSpPr/>
            <p:nvPr/>
          </p:nvSpPr>
          <p:spPr>
            <a:xfrm>
              <a:off x="6081675" y="4512325"/>
              <a:ext cx="6875" cy="9325"/>
            </a:xfrm>
            <a:custGeom>
              <a:avLst/>
              <a:gdLst/>
              <a:ahLst/>
              <a:cxnLst/>
              <a:rect l="l" t="t" r="r" b="b"/>
              <a:pathLst>
                <a:path w="275" h="373" extrusionOk="0">
                  <a:moveTo>
                    <a:pt x="11" y="0"/>
                  </a:moveTo>
                  <a:cubicBezTo>
                    <a:pt x="5" y="0"/>
                    <a:pt x="1" y="3"/>
                    <a:pt x="1" y="8"/>
                  </a:cubicBezTo>
                  <a:cubicBezTo>
                    <a:pt x="1" y="38"/>
                    <a:pt x="31" y="99"/>
                    <a:pt x="92" y="190"/>
                  </a:cubicBezTo>
                  <a:cubicBezTo>
                    <a:pt x="183" y="282"/>
                    <a:pt x="214" y="373"/>
                    <a:pt x="244" y="373"/>
                  </a:cubicBezTo>
                  <a:cubicBezTo>
                    <a:pt x="275" y="342"/>
                    <a:pt x="244" y="251"/>
                    <a:pt x="183" y="130"/>
                  </a:cubicBezTo>
                  <a:cubicBezTo>
                    <a:pt x="133" y="55"/>
                    <a:pt x="42" y="0"/>
                    <a:pt x="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3"/>
            <p:cNvSpPr/>
            <p:nvPr/>
          </p:nvSpPr>
          <p:spPr>
            <a:xfrm>
              <a:off x="6065725" y="4499300"/>
              <a:ext cx="8375" cy="5650"/>
            </a:xfrm>
            <a:custGeom>
              <a:avLst/>
              <a:gdLst/>
              <a:ahLst/>
              <a:cxnLst/>
              <a:rect l="l" t="t" r="r" b="b"/>
              <a:pathLst>
                <a:path w="335" h="226" extrusionOk="0">
                  <a:moveTo>
                    <a:pt x="32" y="0"/>
                  </a:moveTo>
                  <a:cubicBezTo>
                    <a:pt x="19" y="0"/>
                    <a:pt x="9" y="4"/>
                    <a:pt x="1" y="12"/>
                  </a:cubicBezTo>
                  <a:cubicBezTo>
                    <a:pt x="1" y="12"/>
                    <a:pt x="61" y="73"/>
                    <a:pt x="153" y="134"/>
                  </a:cubicBezTo>
                  <a:cubicBezTo>
                    <a:pt x="213" y="195"/>
                    <a:pt x="305" y="225"/>
                    <a:pt x="305" y="225"/>
                  </a:cubicBezTo>
                  <a:cubicBezTo>
                    <a:pt x="335" y="195"/>
                    <a:pt x="274" y="134"/>
                    <a:pt x="183" y="73"/>
                  </a:cubicBezTo>
                  <a:cubicBezTo>
                    <a:pt x="116" y="29"/>
                    <a:pt x="66" y="0"/>
                    <a:pt x="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3"/>
            <p:cNvSpPr/>
            <p:nvPr/>
          </p:nvSpPr>
          <p:spPr>
            <a:xfrm>
              <a:off x="6046725" y="4494075"/>
              <a:ext cx="10675" cy="3275"/>
            </a:xfrm>
            <a:custGeom>
              <a:avLst/>
              <a:gdLst/>
              <a:ahLst/>
              <a:cxnLst/>
              <a:rect l="l" t="t" r="r" b="b"/>
              <a:pathLst>
                <a:path w="427" h="131" extrusionOk="0">
                  <a:moveTo>
                    <a:pt x="148" y="0"/>
                  </a:moveTo>
                  <a:cubicBezTo>
                    <a:pt x="60" y="0"/>
                    <a:pt x="1" y="45"/>
                    <a:pt x="1" y="69"/>
                  </a:cubicBezTo>
                  <a:cubicBezTo>
                    <a:pt x="1" y="79"/>
                    <a:pt x="11" y="83"/>
                    <a:pt x="29" y="83"/>
                  </a:cubicBezTo>
                  <a:cubicBezTo>
                    <a:pt x="65" y="83"/>
                    <a:pt x="132" y="69"/>
                    <a:pt x="214" y="69"/>
                  </a:cubicBezTo>
                  <a:cubicBezTo>
                    <a:pt x="305" y="100"/>
                    <a:pt x="396" y="130"/>
                    <a:pt x="396" y="130"/>
                  </a:cubicBezTo>
                  <a:cubicBezTo>
                    <a:pt x="426" y="100"/>
                    <a:pt x="366" y="9"/>
                    <a:pt x="214" y="9"/>
                  </a:cubicBezTo>
                  <a:cubicBezTo>
                    <a:pt x="190" y="3"/>
                    <a:pt x="168" y="0"/>
                    <a:pt x="1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3"/>
            <p:cNvSpPr/>
            <p:nvPr/>
          </p:nvSpPr>
          <p:spPr>
            <a:xfrm>
              <a:off x="6033825" y="4493950"/>
              <a:ext cx="5325" cy="2625"/>
            </a:xfrm>
            <a:custGeom>
              <a:avLst/>
              <a:gdLst/>
              <a:ahLst/>
              <a:cxnLst/>
              <a:rect l="l" t="t" r="r" b="b"/>
              <a:pathLst>
                <a:path w="213" h="105" extrusionOk="0">
                  <a:moveTo>
                    <a:pt x="59" y="1"/>
                  </a:moveTo>
                  <a:cubicBezTo>
                    <a:pt x="30" y="1"/>
                    <a:pt x="0" y="22"/>
                    <a:pt x="0" y="44"/>
                  </a:cubicBezTo>
                  <a:cubicBezTo>
                    <a:pt x="0" y="44"/>
                    <a:pt x="30" y="74"/>
                    <a:pt x="91" y="105"/>
                  </a:cubicBezTo>
                  <a:cubicBezTo>
                    <a:pt x="152" y="105"/>
                    <a:pt x="213" y="105"/>
                    <a:pt x="213" y="74"/>
                  </a:cubicBezTo>
                  <a:cubicBezTo>
                    <a:pt x="213" y="44"/>
                    <a:pt x="152" y="14"/>
                    <a:pt x="91" y="14"/>
                  </a:cubicBezTo>
                  <a:cubicBezTo>
                    <a:pt x="82" y="5"/>
                    <a:pt x="71" y="1"/>
                    <a:pt x="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3"/>
            <p:cNvSpPr/>
            <p:nvPr/>
          </p:nvSpPr>
          <p:spPr>
            <a:xfrm>
              <a:off x="5802325" y="3982800"/>
              <a:ext cx="17975" cy="7000"/>
            </a:xfrm>
            <a:custGeom>
              <a:avLst/>
              <a:gdLst/>
              <a:ahLst/>
              <a:cxnLst/>
              <a:rect l="l" t="t" r="r" b="b"/>
              <a:pathLst>
                <a:path w="719" h="280" extrusionOk="0">
                  <a:moveTo>
                    <a:pt x="657" y="1"/>
                  </a:moveTo>
                  <a:cubicBezTo>
                    <a:pt x="594" y="1"/>
                    <a:pt x="486" y="27"/>
                    <a:pt x="354" y="64"/>
                  </a:cubicBezTo>
                  <a:cubicBezTo>
                    <a:pt x="141" y="125"/>
                    <a:pt x="20" y="155"/>
                    <a:pt x="20" y="216"/>
                  </a:cubicBezTo>
                  <a:cubicBezTo>
                    <a:pt x="1" y="254"/>
                    <a:pt x="63" y="280"/>
                    <a:pt x="164" y="280"/>
                  </a:cubicBezTo>
                  <a:cubicBezTo>
                    <a:pt x="226" y="280"/>
                    <a:pt x="303" y="270"/>
                    <a:pt x="384" y="247"/>
                  </a:cubicBezTo>
                  <a:cubicBezTo>
                    <a:pt x="597" y="186"/>
                    <a:pt x="719" y="95"/>
                    <a:pt x="719" y="34"/>
                  </a:cubicBezTo>
                  <a:cubicBezTo>
                    <a:pt x="719" y="11"/>
                    <a:pt x="697" y="1"/>
                    <a:pt x="65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3"/>
            <p:cNvSpPr/>
            <p:nvPr/>
          </p:nvSpPr>
          <p:spPr>
            <a:xfrm>
              <a:off x="5856750" y="3967925"/>
              <a:ext cx="38025" cy="6675"/>
            </a:xfrm>
            <a:custGeom>
              <a:avLst/>
              <a:gdLst/>
              <a:ahLst/>
              <a:cxnLst/>
              <a:rect l="l" t="t" r="r" b="b"/>
              <a:pathLst>
                <a:path w="1521" h="267" extrusionOk="0">
                  <a:moveTo>
                    <a:pt x="1013" y="1"/>
                  </a:moveTo>
                  <a:cubicBezTo>
                    <a:pt x="925" y="1"/>
                    <a:pt x="829" y="7"/>
                    <a:pt x="730" y="21"/>
                  </a:cubicBezTo>
                  <a:cubicBezTo>
                    <a:pt x="305" y="51"/>
                    <a:pt x="1" y="173"/>
                    <a:pt x="1" y="234"/>
                  </a:cubicBezTo>
                  <a:cubicBezTo>
                    <a:pt x="1" y="257"/>
                    <a:pt x="50" y="267"/>
                    <a:pt x="134" y="267"/>
                  </a:cubicBezTo>
                  <a:cubicBezTo>
                    <a:pt x="270" y="267"/>
                    <a:pt x="498" y="241"/>
                    <a:pt x="761" y="203"/>
                  </a:cubicBezTo>
                  <a:cubicBezTo>
                    <a:pt x="1004" y="203"/>
                    <a:pt x="1277" y="173"/>
                    <a:pt x="1521" y="112"/>
                  </a:cubicBezTo>
                  <a:cubicBezTo>
                    <a:pt x="1521" y="65"/>
                    <a:pt x="1306" y="1"/>
                    <a:pt x="10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3"/>
            <p:cNvSpPr/>
            <p:nvPr/>
          </p:nvSpPr>
          <p:spPr>
            <a:xfrm>
              <a:off x="5999625" y="4283800"/>
              <a:ext cx="11425" cy="37250"/>
            </a:xfrm>
            <a:custGeom>
              <a:avLst/>
              <a:gdLst/>
              <a:ahLst/>
              <a:cxnLst/>
              <a:rect l="l" t="t" r="r" b="b"/>
              <a:pathLst>
                <a:path w="457" h="1490" extrusionOk="0">
                  <a:moveTo>
                    <a:pt x="31" y="0"/>
                  </a:moveTo>
                  <a:cubicBezTo>
                    <a:pt x="0" y="0"/>
                    <a:pt x="31" y="365"/>
                    <a:pt x="122" y="760"/>
                  </a:cubicBezTo>
                  <a:cubicBezTo>
                    <a:pt x="213" y="1185"/>
                    <a:pt x="335" y="1489"/>
                    <a:pt x="395" y="1489"/>
                  </a:cubicBezTo>
                  <a:cubicBezTo>
                    <a:pt x="456" y="1489"/>
                    <a:pt x="395" y="1125"/>
                    <a:pt x="304" y="729"/>
                  </a:cubicBezTo>
                  <a:cubicBezTo>
                    <a:pt x="213" y="334"/>
                    <a:pt x="91" y="0"/>
                    <a:pt x="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3"/>
            <p:cNvSpPr/>
            <p:nvPr/>
          </p:nvSpPr>
          <p:spPr>
            <a:xfrm>
              <a:off x="6016325" y="4358250"/>
              <a:ext cx="11425" cy="36500"/>
            </a:xfrm>
            <a:custGeom>
              <a:avLst/>
              <a:gdLst/>
              <a:ahLst/>
              <a:cxnLst/>
              <a:rect l="l" t="t" r="r" b="b"/>
              <a:pathLst>
                <a:path w="457" h="1460" extrusionOk="0">
                  <a:moveTo>
                    <a:pt x="62" y="1"/>
                  </a:moveTo>
                  <a:cubicBezTo>
                    <a:pt x="1" y="1"/>
                    <a:pt x="31" y="335"/>
                    <a:pt x="123" y="761"/>
                  </a:cubicBezTo>
                  <a:cubicBezTo>
                    <a:pt x="214" y="1156"/>
                    <a:pt x="335" y="1460"/>
                    <a:pt x="396" y="1460"/>
                  </a:cubicBezTo>
                  <a:cubicBezTo>
                    <a:pt x="457" y="1460"/>
                    <a:pt x="426" y="1125"/>
                    <a:pt x="335" y="700"/>
                  </a:cubicBezTo>
                  <a:cubicBezTo>
                    <a:pt x="214" y="305"/>
                    <a:pt x="92" y="1"/>
                    <a:pt x="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3"/>
            <p:cNvSpPr/>
            <p:nvPr/>
          </p:nvSpPr>
          <p:spPr>
            <a:xfrm>
              <a:off x="6033050" y="4432725"/>
              <a:ext cx="6875" cy="18275"/>
            </a:xfrm>
            <a:custGeom>
              <a:avLst/>
              <a:gdLst/>
              <a:ahLst/>
              <a:cxnLst/>
              <a:rect l="l" t="t" r="r" b="b"/>
              <a:pathLst>
                <a:path w="275" h="731" extrusionOk="0">
                  <a:moveTo>
                    <a:pt x="31" y="1"/>
                  </a:moveTo>
                  <a:cubicBezTo>
                    <a:pt x="1" y="1"/>
                    <a:pt x="1" y="153"/>
                    <a:pt x="31" y="365"/>
                  </a:cubicBezTo>
                  <a:cubicBezTo>
                    <a:pt x="92" y="578"/>
                    <a:pt x="153" y="730"/>
                    <a:pt x="213" y="730"/>
                  </a:cubicBezTo>
                  <a:cubicBezTo>
                    <a:pt x="274" y="730"/>
                    <a:pt x="274" y="548"/>
                    <a:pt x="213" y="335"/>
                  </a:cubicBezTo>
                  <a:cubicBezTo>
                    <a:pt x="183" y="12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3"/>
            <p:cNvSpPr/>
            <p:nvPr/>
          </p:nvSpPr>
          <p:spPr>
            <a:xfrm>
              <a:off x="5146250" y="3179675"/>
              <a:ext cx="220400" cy="396675"/>
            </a:xfrm>
            <a:custGeom>
              <a:avLst/>
              <a:gdLst/>
              <a:ahLst/>
              <a:cxnLst/>
              <a:rect l="l" t="t" r="r" b="b"/>
              <a:pathLst>
                <a:path w="8816" h="15867" extrusionOk="0">
                  <a:moveTo>
                    <a:pt x="4195" y="0"/>
                  </a:moveTo>
                  <a:lnTo>
                    <a:pt x="1" y="3769"/>
                  </a:lnTo>
                  <a:lnTo>
                    <a:pt x="62" y="15836"/>
                  </a:lnTo>
                  <a:lnTo>
                    <a:pt x="5928" y="15867"/>
                  </a:lnTo>
                  <a:cubicBezTo>
                    <a:pt x="5806" y="15228"/>
                    <a:pt x="6050" y="12888"/>
                    <a:pt x="6050" y="12888"/>
                  </a:cubicBezTo>
                  <a:cubicBezTo>
                    <a:pt x="6050" y="12888"/>
                    <a:pt x="8512" y="12614"/>
                    <a:pt x="8664" y="10213"/>
                  </a:cubicBezTo>
                  <a:cubicBezTo>
                    <a:pt x="8816" y="7781"/>
                    <a:pt x="8664" y="2189"/>
                    <a:pt x="8664" y="2189"/>
                  </a:cubicBezTo>
                  <a:lnTo>
                    <a:pt x="4195" y="0"/>
                  </a:ln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3"/>
            <p:cNvSpPr/>
            <p:nvPr/>
          </p:nvSpPr>
          <p:spPr>
            <a:xfrm>
              <a:off x="5327875" y="3327850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396" y="0"/>
                  </a:moveTo>
                  <a:cubicBezTo>
                    <a:pt x="122" y="0"/>
                    <a:pt x="0" y="335"/>
                    <a:pt x="183" y="517"/>
                  </a:cubicBezTo>
                  <a:cubicBezTo>
                    <a:pt x="243" y="587"/>
                    <a:pt x="322" y="617"/>
                    <a:pt x="401" y="617"/>
                  </a:cubicBezTo>
                  <a:cubicBezTo>
                    <a:pt x="565" y="617"/>
                    <a:pt x="730" y="488"/>
                    <a:pt x="730" y="304"/>
                  </a:cubicBezTo>
                  <a:cubicBezTo>
                    <a:pt x="700" y="122"/>
                    <a:pt x="578" y="0"/>
                    <a:pt x="3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3"/>
            <p:cNvSpPr/>
            <p:nvPr/>
          </p:nvSpPr>
          <p:spPr>
            <a:xfrm>
              <a:off x="5325600" y="3320250"/>
              <a:ext cx="32700" cy="9975"/>
            </a:xfrm>
            <a:custGeom>
              <a:avLst/>
              <a:gdLst/>
              <a:ahLst/>
              <a:cxnLst/>
              <a:rect l="l" t="t" r="r" b="b"/>
              <a:pathLst>
                <a:path w="1308" h="399" extrusionOk="0">
                  <a:moveTo>
                    <a:pt x="669" y="0"/>
                  </a:moveTo>
                  <a:cubicBezTo>
                    <a:pt x="487" y="0"/>
                    <a:pt x="335" y="31"/>
                    <a:pt x="183" y="152"/>
                  </a:cubicBezTo>
                  <a:cubicBezTo>
                    <a:pt x="61" y="213"/>
                    <a:pt x="0" y="274"/>
                    <a:pt x="31" y="304"/>
                  </a:cubicBezTo>
                  <a:cubicBezTo>
                    <a:pt x="35" y="313"/>
                    <a:pt x="44" y="317"/>
                    <a:pt x="57" y="317"/>
                  </a:cubicBezTo>
                  <a:cubicBezTo>
                    <a:pt x="126" y="317"/>
                    <a:pt x="314" y="210"/>
                    <a:pt x="562" y="210"/>
                  </a:cubicBezTo>
                  <a:cubicBezTo>
                    <a:pt x="587" y="210"/>
                    <a:pt x="612" y="211"/>
                    <a:pt x="639" y="213"/>
                  </a:cubicBezTo>
                  <a:cubicBezTo>
                    <a:pt x="947" y="241"/>
                    <a:pt x="1178" y="399"/>
                    <a:pt x="1236" y="399"/>
                  </a:cubicBezTo>
                  <a:cubicBezTo>
                    <a:pt x="1241" y="399"/>
                    <a:pt x="1244" y="398"/>
                    <a:pt x="1246" y="396"/>
                  </a:cubicBezTo>
                  <a:cubicBezTo>
                    <a:pt x="1307" y="396"/>
                    <a:pt x="1246" y="304"/>
                    <a:pt x="1155" y="213"/>
                  </a:cubicBezTo>
                  <a:cubicBezTo>
                    <a:pt x="1003" y="92"/>
                    <a:pt x="851" y="31"/>
                    <a:pt x="6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3"/>
            <p:cNvSpPr/>
            <p:nvPr/>
          </p:nvSpPr>
          <p:spPr>
            <a:xfrm>
              <a:off x="5237450" y="3326325"/>
              <a:ext cx="18250" cy="15450"/>
            </a:xfrm>
            <a:custGeom>
              <a:avLst/>
              <a:gdLst/>
              <a:ahLst/>
              <a:cxnLst/>
              <a:rect l="l" t="t" r="r" b="b"/>
              <a:pathLst>
                <a:path w="730" h="618" extrusionOk="0">
                  <a:moveTo>
                    <a:pt x="426" y="1"/>
                  </a:moveTo>
                  <a:cubicBezTo>
                    <a:pt x="122" y="1"/>
                    <a:pt x="0" y="335"/>
                    <a:pt x="183" y="517"/>
                  </a:cubicBezTo>
                  <a:cubicBezTo>
                    <a:pt x="252" y="587"/>
                    <a:pt x="335" y="618"/>
                    <a:pt x="415" y="618"/>
                  </a:cubicBezTo>
                  <a:cubicBezTo>
                    <a:pt x="579" y="618"/>
                    <a:pt x="730" y="489"/>
                    <a:pt x="730" y="305"/>
                  </a:cubicBezTo>
                  <a:cubicBezTo>
                    <a:pt x="730" y="153"/>
                    <a:pt x="578" y="1"/>
                    <a:pt x="4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3"/>
            <p:cNvSpPr/>
            <p:nvPr/>
          </p:nvSpPr>
          <p:spPr>
            <a:xfrm>
              <a:off x="5235175" y="3319300"/>
              <a:ext cx="31925" cy="9425"/>
            </a:xfrm>
            <a:custGeom>
              <a:avLst/>
              <a:gdLst/>
              <a:ahLst/>
              <a:cxnLst/>
              <a:rect l="l" t="t" r="r" b="b"/>
              <a:pathLst>
                <a:path w="1277" h="377" extrusionOk="0">
                  <a:moveTo>
                    <a:pt x="575" y="0"/>
                  </a:moveTo>
                  <a:cubicBezTo>
                    <a:pt x="433" y="0"/>
                    <a:pt x="308" y="55"/>
                    <a:pt x="183" y="130"/>
                  </a:cubicBezTo>
                  <a:cubicBezTo>
                    <a:pt x="61" y="190"/>
                    <a:pt x="0" y="251"/>
                    <a:pt x="31" y="312"/>
                  </a:cubicBezTo>
                  <a:cubicBezTo>
                    <a:pt x="36" y="315"/>
                    <a:pt x="43" y="316"/>
                    <a:pt x="52" y="316"/>
                  </a:cubicBezTo>
                  <a:cubicBezTo>
                    <a:pt x="136" y="316"/>
                    <a:pt x="365" y="190"/>
                    <a:pt x="669" y="190"/>
                  </a:cubicBezTo>
                  <a:cubicBezTo>
                    <a:pt x="978" y="218"/>
                    <a:pt x="1183" y="376"/>
                    <a:pt x="1260" y="376"/>
                  </a:cubicBezTo>
                  <a:cubicBezTo>
                    <a:pt x="1267" y="376"/>
                    <a:pt x="1272" y="375"/>
                    <a:pt x="1277" y="373"/>
                  </a:cubicBezTo>
                  <a:cubicBezTo>
                    <a:pt x="1277" y="342"/>
                    <a:pt x="1246" y="282"/>
                    <a:pt x="1155" y="190"/>
                  </a:cubicBezTo>
                  <a:cubicBezTo>
                    <a:pt x="1034" y="69"/>
                    <a:pt x="851" y="8"/>
                    <a:pt x="669" y="8"/>
                  </a:cubicBezTo>
                  <a:cubicBezTo>
                    <a:pt x="637" y="3"/>
                    <a:pt x="605" y="0"/>
                    <a:pt x="5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3"/>
            <p:cNvSpPr/>
            <p:nvPr/>
          </p:nvSpPr>
          <p:spPr>
            <a:xfrm>
              <a:off x="5294450" y="3325575"/>
              <a:ext cx="22800" cy="73525"/>
            </a:xfrm>
            <a:custGeom>
              <a:avLst/>
              <a:gdLst/>
              <a:ahLst/>
              <a:cxnLst/>
              <a:rect l="l" t="t" r="r" b="b"/>
              <a:pathLst>
                <a:path w="912" h="2941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608"/>
                    <a:pt x="274" y="1216"/>
                    <a:pt x="486" y="1794"/>
                  </a:cubicBezTo>
                  <a:lnTo>
                    <a:pt x="730" y="2493"/>
                  </a:lnTo>
                  <a:cubicBezTo>
                    <a:pt x="760" y="2584"/>
                    <a:pt x="790" y="2675"/>
                    <a:pt x="790" y="2766"/>
                  </a:cubicBezTo>
                  <a:cubicBezTo>
                    <a:pt x="760" y="2827"/>
                    <a:pt x="669" y="2827"/>
                    <a:pt x="578" y="2827"/>
                  </a:cubicBezTo>
                  <a:cubicBezTo>
                    <a:pt x="395" y="2827"/>
                    <a:pt x="213" y="2857"/>
                    <a:pt x="30" y="2918"/>
                  </a:cubicBezTo>
                  <a:cubicBezTo>
                    <a:pt x="122" y="2933"/>
                    <a:pt x="213" y="2941"/>
                    <a:pt x="308" y="2941"/>
                  </a:cubicBezTo>
                  <a:cubicBezTo>
                    <a:pt x="403" y="2941"/>
                    <a:pt x="502" y="2933"/>
                    <a:pt x="608" y="2918"/>
                  </a:cubicBezTo>
                  <a:lnTo>
                    <a:pt x="730" y="2918"/>
                  </a:lnTo>
                  <a:cubicBezTo>
                    <a:pt x="790" y="2918"/>
                    <a:pt x="851" y="2857"/>
                    <a:pt x="881" y="2797"/>
                  </a:cubicBezTo>
                  <a:cubicBezTo>
                    <a:pt x="912" y="2675"/>
                    <a:pt x="912" y="2553"/>
                    <a:pt x="851" y="2462"/>
                  </a:cubicBezTo>
                  <a:lnTo>
                    <a:pt x="638" y="1763"/>
                  </a:lnTo>
                  <a:cubicBezTo>
                    <a:pt x="456" y="1155"/>
                    <a:pt x="243" y="578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3"/>
            <p:cNvSpPr/>
            <p:nvPr/>
          </p:nvSpPr>
          <p:spPr>
            <a:xfrm>
              <a:off x="5263275" y="3406125"/>
              <a:ext cx="44875" cy="23250"/>
            </a:xfrm>
            <a:custGeom>
              <a:avLst/>
              <a:gdLst/>
              <a:ahLst/>
              <a:cxnLst/>
              <a:rect l="l" t="t" r="r" b="b"/>
              <a:pathLst>
                <a:path w="1795" h="930" extrusionOk="0">
                  <a:moveTo>
                    <a:pt x="183" y="0"/>
                  </a:moveTo>
                  <a:cubicBezTo>
                    <a:pt x="183" y="0"/>
                    <a:pt x="1" y="578"/>
                    <a:pt x="700" y="851"/>
                  </a:cubicBezTo>
                  <a:cubicBezTo>
                    <a:pt x="815" y="904"/>
                    <a:pt x="936" y="929"/>
                    <a:pt x="1055" y="929"/>
                  </a:cubicBezTo>
                  <a:cubicBezTo>
                    <a:pt x="1343" y="929"/>
                    <a:pt x="1622" y="784"/>
                    <a:pt x="1794" y="547"/>
                  </a:cubicBezTo>
                  <a:cubicBezTo>
                    <a:pt x="1217" y="486"/>
                    <a:pt x="669" y="304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3"/>
            <p:cNvSpPr/>
            <p:nvPr/>
          </p:nvSpPr>
          <p:spPr>
            <a:xfrm>
              <a:off x="5217700" y="3474500"/>
              <a:ext cx="79800" cy="41975"/>
            </a:xfrm>
            <a:custGeom>
              <a:avLst/>
              <a:gdLst/>
              <a:ahLst/>
              <a:cxnLst/>
              <a:rect l="l" t="t" r="r" b="b"/>
              <a:pathLst>
                <a:path w="3192" h="1679" extrusionOk="0">
                  <a:moveTo>
                    <a:pt x="0" y="1"/>
                  </a:moveTo>
                  <a:cubicBezTo>
                    <a:pt x="0" y="1"/>
                    <a:pt x="683" y="1678"/>
                    <a:pt x="2927" y="1678"/>
                  </a:cubicBezTo>
                  <a:cubicBezTo>
                    <a:pt x="3004" y="1678"/>
                    <a:pt x="3081" y="1676"/>
                    <a:pt x="3161" y="1672"/>
                  </a:cubicBezTo>
                  <a:lnTo>
                    <a:pt x="3192" y="1095"/>
                  </a:lnTo>
                  <a:cubicBezTo>
                    <a:pt x="2037" y="1034"/>
                    <a:pt x="942" y="669"/>
                    <a:pt x="0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3"/>
            <p:cNvSpPr/>
            <p:nvPr/>
          </p:nvSpPr>
          <p:spPr>
            <a:xfrm>
              <a:off x="4928925" y="3266050"/>
              <a:ext cx="133775" cy="115025"/>
            </a:xfrm>
            <a:custGeom>
              <a:avLst/>
              <a:gdLst/>
              <a:ahLst/>
              <a:cxnLst/>
              <a:rect l="l" t="t" r="r" b="b"/>
              <a:pathLst>
                <a:path w="5351" h="4601" extrusionOk="0">
                  <a:moveTo>
                    <a:pt x="2610" y="1"/>
                  </a:moveTo>
                  <a:cubicBezTo>
                    <a:pt x="1928" y="1"/>
                    <a:pt x="1241" y="233"/>
                    <a:pt x="669" y="709"/>
                  </a:cubicBezTo>
                  <a:cubicBezTo>
                    <a:pt x="426" y="892"/>
                    <a:pt x="213" y="1135"/>
                    <a:pt x="122" y="1439"/>
                  </a:cubicBezTo>
                  <a:cubicBezTo>
                    <a:pt x="1" y="1743"/>
                    <a:pt x="61" y="2047"/>
                    <a:pt x="274" y="2290"/>
                  </a:cubicBezTo>
                  <a:cubicBezTo>
                    <a:pt x="391" y="2424"/>
                    <a:pt x="554" y="2493"/>
                    <a:pt x="718" y="2493"/>
                  </a:cubicBezTo>
                  <a:cubicBezTo>
                    <a:pt x="774" y="2493"/>
                    <a:pt x="831" y="2485"/>
                    <a:pt x="885" y="2468"/>
                  </a:cubicBezTo>
                  <a:lnTo>
                    <a:pt x="885" y="2468"/>
                  </a:lnTo>
                  <a:cubicBezTo>
                    <a:pt x="601" y="2707"/>
                    <a:pt x="545" y="3174"/>
                    <a:pt x="821" y="3475"/>
                  </a:cubicBezTo>
                  <a:cubicBezTo>
                    <a:pt x="963" y="3630"/>
                    <a:pt x="1149" y="3703"/>
                    <a:pt x="1334" y="3703"/>
                  </a:cubicBezTo>
                  <a:cubicBezTo>
                    <a:pt x="1585" y="3703"/>
                    <a:pt x="1836" y="3569"/>
                    <a:pt x="1976" y="3323"/>
                  </a:cubicBezTo>
                  <a:lnTo>
                    <a:pt x="1976" y="3323"/>
                  </a:lnTo>
                  <a:cubicBezTo>
                    <a:pt x="1885" y="3536"/>
                    <a:pt x="1824" y="3779"/>
                    <a:pt x="1855" y="3992"/>
                  </a:cubicBezTo>
                  <a:cubicBezTo>
                    <a:pt x="1855" y="4266"/>
                    <a:pt x="2007" y="4478"/>
                    <a:pt x="2220" y="4570"/>
                  </a:cubicBezTo>
                  <a:cubicBezTo>
                    <a:pt x="2282" y="4591"/>
                    <a:pt x="2347" y="4600"/>
                    <a:pt x="2411" y="4600"/>
                  </a:cubicBezTo>
                  <a:cubicBezTo>
                    <a:pt x="2626" y="4600"/>
                    <a:pt x="2839" y="4490"/>
                    <a:pt x="2979" y="4326"/>
                  </a:cubicBezTo>
                  <a:cubicBezTo>
                    <a:pt x="3162" y="4083"/>
                    <a:pt x="3314" y="3871"/>
                    <a:pt x="3466" y="3597"/>
                  </a:cubicBezTo>
                  <a:cubicBezTo>
                    <a:pt x="3891" y="2989"/>
                    <a:pt x="4590" y="2624"/>
                    <a:pt x="5350" y="2624"/>
                  </a:cubicBezTo>
                  <a:lnTo>
                    <a:pt x="4894" y="1044"/>
                  </a:lnTo>
                  <a:cubicBezTo>
                    <a:pt x="4290" y="355"/>
                    <a:pt x="3453" y="1"/>
                    <a:pt x="26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3"/>
            <p:cNvSpPr/>
            <p:nvPr/>
          </p:nvSpPr>
          <p:spPr>
            <a:xfrm>
              <a:off x="4959325" y="3243300"/>
              <a:ext cx="90450" cy="48100"/>
            </a:xfrm>
            <a:custGeom>
              <a:avLst/>
              <a:gdLst/>
              <a:ahLst/>
              <a:cxnLst/>
              <a:rect l="l" t="t" r="r" b="b"/>
              <a:pathLst>
                <a:path w="3618" h="1924" extrusionOk="0">
                  <a:moveTo>
                    <a:pt x="496" y="1"/>
                  </a:moveTo>
                  <a:cubicBezTo>
                    <a:pt x="321" y="1"/>
                    <a:pt x="151" y="55"/>
                    <a:pt x="1" y="130"/>
                  </a:cubicBezTo>
                  <a:lnTo>
                    <a:pt x="639" y="130"/>
                  </a:lnTo>
                  <a:cubicBezTo>
                    <a:pt x="1125" y="160"/>
                    <a:pt x="1611" y="282"/>
                    <a:pt x="2067" y="525"/>
                  </a:cubicBezTo>
                  <a:cubicBezTo>
                    <a:pt x="2523" y="738"/>
                    <a:pt x="2918" y="1042"/>
                    <a:pt x="3222" y="1437"/>
                  </a:cubicBezTo>
                  <a:cubicBezTo>
                    <a:pt x="3466" y="1741"/>
                    <a:pt x="3587" y="1923"/>
                    <a:pt x="3618" y="1923"/>
                  </a:cubicBezTo>
                  <a:cubicBezTo>
                    <a:pt x="3557" y="1711"/>
                    <a:pt x="3466" y="1528"/>
                    <a:pt x="3344" y="1346"/>
                  </a:cubicBezTo>
                  <a:cubicBezTo>
                    <a:pt x="2740" y="511"/>
                    <a:pt x="1808" y="4"/>
                    <a:pt x="782" y="4"/>
                  </a:cubicBezTo>
                  <a:cubicBezTo>
                    <a:pt x="724" y="4"/>
                    <a:pt x="667" y="5"/>
                    <a:pt x="608" y="8"/>
                  </a:cubicBezTo>
                  <a:cubicBezTo>
                    <a:pt x="571" y="3"/>
                    <a:pt x="533" y="1"/>
                    <a:pt x="49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3"/>
            <p:cNvSpPr/>
            <p:nvPr/>
          </p:nvSpPr>
          <p:spPr>
            <a:xfrm>
              <a:off x="5043675" y="3287575"/>
              <a:ext cx="9150" cy="55500"/>
            </a:xfrm>
            <a:custGeom>
              <a:avLst/>
              <a:gdLst/>
              <a:ahLst/>
              <a:cxnLst/>
              <a:rect l="l" t="t" r="r" b="b"/>
              <a:pathLst>
                <a:path w="366" h="2220" extrusionOk="0">
                  <a:moveTo>
                    <a:pt x="365" y="0"/>
                  </a:moveTo>
                  <a:cubicBezTo>
                    <a:pt x="61" y="700"/>
                    <a:pt x="0" y="1490"/>
                    <a:pt x="152" y="2219"/>
                  </a:cubicBezTo>
                  <a:cubicBezTo>
                    <a:pt x="244" y="1855"/>
                    <a:pt x="274" y="1490"/>
                    <a:pt x="274" y="1125"/>
                  </a:cubicBezTo>
                  <a:cubicBezTo>
                    <a:pt x="365" y="760"/>
                    <a:pt x="365" y="396"/>
                    <a:pt x="36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3"/>
            <p:cNvSpPr/>
            <p:nvPr/>
          </p:nvSpPr>
          <p:spPr>
            <a:xfrm>
              <a:off x="5112825" y="3326225"/>
              <a:ext cx="41050" cy="60050"/>
            </a:xfrm>
            <a:custGeom>
              <a:avLst/>
              <a:gdLst/>
              <a:ahLst/>
              <a:cxnLst/>
              <a:rect l="l" t="t" r="r" b="b"/>
              <a:pathLst>
                <a:path w="1642" h="2402" extrusionOk="0">
                  <a:moveTo>
                    <a:pt x="922" y="1"/>
                  </a:moveTo>
                  <a:cubicBezTo>
                    <a:pt x="766" y="1"/>
                    <a:pt x="608" y="32"/>
                    <a:pt x="456" y="96"/>
                  </a:cubicBezTo>
                  <a:cubicBezTo>
                    <a:pt x="274" y="278"/>
                    <a:pt x="122" y="521"/>
                    <a:pt x="92" y="825"/>
                  </a:cubicBezTo>
                  <a:cubicBezTo>
                    <a:pt x="0" y="1251"/>
                    <a:pt x="92" y="1737"/>
                    <a:pt x="426" y="2102"/>
                  </a:cubicBezTo>
                  <a:cubicBezTo>
                    <a:pt x="606" y="2300"/>
                    <a:pt x="860" y="2402"/>
                    <a:pt x="1120" y="2402"/>
                  </a:cubicBezTo>
                  <a:cubicBezTo>
                    <a:pt x="1299" y="2402"/>
                    <a:pt x="1480" y="2353"/>
                    <a:pt x="1642" y="2254"/>
                  </a:cubicBezTo>
                  <a:lnTo>
                    <a:pt x="1551" y="187"/>
                  </a:lnTo>
                  <a:cubicBezTo>
                    <a:pt x="1356" y="63"/>
                    <a:pt x="1140" y="1"/>
                    <a:pt x="922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3"/>
            <p:cNvSpPr/>
            <p:nvPr/>
          </p:nvSpPr>
          <p:spPr>
            <a:xfrm>
              <a:off x="5117375" y="3338600"/>
              <a:ext cx="26625" cy="35350"/>
            </a:xfrm>
            <a:custGeom>
              <a:avLst/>
              <a:gdLst/>
              <a:ahLst/>
              <a:cxnLst/>
              <a:rect l="l" t="t" r="r" b="b"/>
              <a:pathLst>
                <a:path w="1065" h="1414" extrusionOk="0">
                  <a:moveTo>
                    <a:pt x="901" y="0"/>
                  </a:moveTo>
                  <a:cubicBezTo>
                    <a:pt x="854" y="0"/>
                    <a:pt x="796" y="7"/>
                    <a:pt x="730" y="26"/>
                  </a:cubicBezTo>
                  <a:cubicBezTo>
                    <a:pt x="92" y="209"/>
                    <a:pt x="1" y="1060"/>
                    <a:pt x="609" y="1364"/>
                  </a:cubicBezTo>
                  <a:cubicBezTo>
                    <a:pt x="687" y="1403"/>
                    <a:pt x="759" y="1414"/>
                    <a:pt x="814" y="1414"/>
                  </a:cubicBezTo>
                  <a:cubicBezTo>
                    <a:pt x="888" y="1414"/>
                    <a:pt x="930" y="1394"/>
                    <a:pt x="913" y="1394"/>
                  </a:cubicBezTo>
                  <a:cubicBezTo>
                    <a:pt x="913" y="1333"/>
                    <a:pt x="821" y="1333"/>
                    <a:pt x="670" y="1212"/>
                  </a:cubicBezTo>
                  <a:cubicBezTo>
                    <a:pt x="274" y="938"/>
                    <a:pt x="335" y="361"/>
                    <a:pt x="761" y="148"/>
                  </a:cubicBezTo>
                  <a:cubicBezTo>
                    <a:pt x="913" y="87"/>
                    <a:pt x="1034" y="87"/>
                    <a:pt x="1065" y="57"/>
                  </a:cubicBezTo>
                  <a:cubicBezTo>
                    <a:pt x="1065" y="36"/>
                    <a:pt x="1007" y="0"/>
                    <a:pt x="901" y="0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3"/>
            <p:cNvSpPr/>
            <p:nvPr/>
          </p:nvSpPr>
          <p:spPr>
            <a:xfrm>
              <a:off x="5100675" y="3373450"/>
              <a:ext cx="36500" cy="34350"/>
            </a:xfrm>
            <a:custGeom>
              <a:avLst/>
              <a:gdLst/>
              <a:ahLst/>
              <a:cxnLst/>
              <a:rect l="l" t="t" r="r" b="b"/>
              <a:pathLst>
                <a:path w="1460" h="1374" extrusionOk="0">
                  <a:moveTo>
                    <a:pt x="699" y="0"/>
                  </a:moveTo>
                  <a:cubicBezTo>
                    <a:pt x="486" y="0"/>
                    <a:pt x="304" y="91"/>
                    <a:pt x="213" y="243"/>
                  </a:cubicBezTo>
                  <a:cubicBezTo>
                    <a:pt x="61" y="426"/>
                    <a:pt x="0" y="638"/>
                    <a:pt x="61" y="851"/>
                  </a:cubicBezTo>
                  <a:cubicBezTo>
                    <a:pt x="122" y="1094"/>
                    <a:pt x="334" y="1277"/>
                    <a:pt x="578" y="1368"/>
                  </a:cubicBezTo>
                  <a:cubicBezTo>
                    <a:pt x="612" y="1372"/>
                    <a:pt x="646" y="1374"/>
                    <a:pt x="679" y="1374"/>
                  </a:cubicBezTo>
                  <a:cubicBezTo>
                    <a:pt x="911" y="1374"/>
                    <a:pt x="1117" y="1281"/>
                    <a:pt x="1277" y="1094"/>
                  </a:cubicBezTo>
                  <a:cubicBezTo>
                    <a:pt x="1398" y="942"/>
                    <a:pt x="1459" y="730"/>
                    <a:pt x="1398" y="517"/>
                  </a:cubicBezTo>
                  <a:cubicBezTo>
                    <a:pt x="1368" y="395"/>
                    <a:pt x="1338" y="243"/>
                    <a:pt x="1246" y="152"/>
                  </a:cubicBezTo>
                  <a:cubicBezTo>
                    <a:pt x="1186" y="61"/>
                    <a:pt x="1155" y="31"/>
                    <a:pt x="1155" y="30"/>
                  </a:cubicBezTo>
                  <a:lnTo>
                    <a:pt x="1155" y="30"/>
                  </a:lnTo>
                  <a:cubicBezTo>
                    <a:pt x="1246" y="182"/>
                    <a:pt x="1307" y="334"/>
                    <a:pt x="1368" y="517"/>
                  </a:cubicBezTo>
                  <a:cubicBezTo>
                    <a:pt x="1440" y="968"/>
                    <a:pt x="1073" y="1248"/>
                    <a:pt x="718" y="1248"/>
                  </a:cubicBezTo>
                  <a:cubicBezTo>
                    <a:pt x="475" y="1248"/>
                    <a:pt x="238" y="1117"/>
                    <a:pt x="152" y="821"/>
                  </a:cubicBezTo>
                  <a:cubicBezTo>
                    <a:pt x="91" y="638"/>
                    <a:pt x="122" y="426"/>
                    <a:pt x="243" y="274"/>
                  </a:cubicBezTo>
                  <a:cubicBezTo>
                    <a:pt x="365" y="152"/>
                    <a:pt x="517" y="30"/>
                    <a:pt x="699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3"/>
            <p:cNvSpPr/>
            <p:nvPr/>
          </p:nvSpPr>
          <p:spPr>
            <a:xfrm>
              <a:off x="5408425" y="3752625"/>
              <a:ext cx="52450" cy="307025"/>
            </a:xfrm>
            <a:custGeom>
              <a:avLst/>
              <a:gdLst/>
              <a:ahLst/>
              <a:cxnLst/>
              <a:rect l="l" t="t" r="r" b="b"/>
              <a:pathLst>
                <a:path w="2098" h="12281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52"/>
                    <a:pt x="122" y="335"/>
                    <a:pt x="213" y="456"/>
                  </a:cubicBezTo>
                  <a:lnTo>
                    <a:pt x="851" y="1703"/>
                  </a:lnTo>
                  <a:cubicBezTo>
                    <a:pt x="1155" y="2280"/>
                    <a:pt x="1429" y="2918"/>
                    <a:pt x="1642" y="3557"/>
                  </a:cubicBezTo>
                  <a:cubicBezTo>
                    <a:pt x="1915" y="4347"/>
                    <a:pt x="1946" y="5168"/>
                    <a:pt x="1763" y="5958"/>
                  </a:cubicBezTo>
                  <a:cubicBezTo>
                    <a:pt x="1551" y="6809"/>
                    <a:pt x="1247" y="7630"/>
                    <a:pt x="1064" y="8390"/>
                  </a:cubicBezTo>
                  <a:cubicBezTo>
                    <a:pt x="912" y="9028"/>
                    <a:pt x="791" y="9727"/>
                    <a:pt x="730" y="10396"/>
                  </a:cubicBezTo>
                  <a:cubicBezTo>
                    <a:pt x="699" y="10852"/>
                    <a:pt x="669" y="11308"/>
                    <a:pt x="669" y="11764"/>
                  </a:cubicBezTo>
                  <a:cubicBezTo>
                    <a:pt x="669" y="11946"/>
                    <a:pt x="669" y="12098"/>
                    <a:pt x="699" y="12280"/>
                  </a:cubicBezTo>
                  <a:cubicBezTo>
                    <a:pt x="730" y="12128"/>
                    <a:pt x="760" y="11946"/>
                    <a:pt x="760" y="11764"/>
                  </a:cubicBezTo>
                  <a:cubicBezTo>
                    <a:pt x="760" y="11460"/>
                    <a:pt x="791" y="10973"/>
                    <a:pt x="882" y="10396"/>
                  </a:cubicBezTo>
                  <a:cubicBezTo>
                    <a:pt x="973" y="9727"/>
                    <a:pt x="1095" y="9089"/>
                    <a:pt x="1247" y="8420"/>
                  </a:cubicBezTo>
                  <a:cubicBezTo>
                    <a:pt x="1429" y="7660"/>
                    <a:pt x="1733" y="6870"/>
                    <a:pt x="1946" y="6019"/>
                  </a:cubicBezTo>
                  <a:cubicBezTo>
                    <a:pt x="2067" y="5593"/>
                    <a:pt x="2098" y="5137"/>
                    <a:pt x="2067" y="4712"/>
                  </a:cubicBezTo>
                  <a:cubicBezTo>
                    <a:pt x="2006" y="4286"/>
                    <a:pt x="1946" y="3891"/>
                    <a:pt x="1794" y="3496"/>
                  </a:cubicBezTo>
                  <a:cubicBezTo>
                    <a:pt x="1581" y="2858"/>
                    <a:pt x="1307" y="2219"/>
                    <a:pt x="973" y="1611"/>
                  </a:cubicBezTo>
                  <a:cubicBezTo>
                    <a:pt x="699" y="1125"/>
                    <a:pt x="456" y="700"/>
                    <a:pt x="274" y="426"/>
                  </a:cubicBezTo>
                  <a:cubicBezTo>
                    <a:pt x="21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3"/>
            <p:cNvSpPr/>
            <p:nvPr/>
          </p:nvSpPr>
          <p:spPr>
            <a:xfrm>
              <a:off x="5143225" y="3541375"/>
              <a:ext cx="155025" cy="36500"/>
            </a:xfrm>
            <a:custGeom>
              <a:avLst/>
              <a:gdLst/>
              <a:ahLst/>
              <a:cxnLst/>
              <a:rect l="l" t="t" r="r" b="b"/>
              <a:pathLst>
                <a:path w="6201" h="1460" extrusionOk="0">
                  <a:moveTo>
                    <a:pt x="0" y="1"/>
                  </a:moveTo>
                  <a:lnTo>
                    <a:pt x="0" y="1460"/>
                  </a:lnTo>
                  <a:lnTo>
                    <a:pt x="6201" y="1460"/>
                  </a:lnTo>
                  <a:lnTo>
                    <a:pt x="6201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3"/>
            <p:cNvSpPr/>
            <p:nvPr/>
          </p:nvSpPr>
          <p:spPr>
            <a:xfrm>
              <a:off x="5142450" y="3541375"/>
              <a:ext cx="117050" cy="63100"/>
            </a:xfrm>
            <a:custGeom>
              <a:avLst/>
              <a:gdLst/>
              <a:ahLst/>
              <a:cxnLst/>
              <a:rect l="l" t="t" r="r" b="b"/>
              <a:pathLst>
                <a:path w="4682" h="2524" extrusionOk="0">
                  <a:moveTo>
                    <a:pt x="4560" y="1"/>
                  </a:moveTo>
                  <a:lnTo>
                    <a:pt x="4560" y="1"/>
                  </a:lnTo>
                  <a:cubicBezTo>
                    <a:pt x="4530" y="1"/>
                    <a:pt x="4591" y="396"/>
                    <a:pt x="4560" y="973"/>
                  </a:cubicBezTo>
                  <a:cubicBezTo>
                    <a:pt x="4530" y="1308"/>
                    <a:pt x="4408" y="1642"/>
                    <a:pt x="4195" y="1885"/>
                  </a:cubicBezTo>
                  <a:cubicBezTo>
                    <a:pt x="3945" y="2163"/>
                    <a:pt x="3592" y="2314"/>
                    <a:pt x="3208" y="2314"/>
                  </a:cubicBezTo>
                  <a:cubicBezTo>
                    <a:pt x="3172" y="2314"/>
                    <a:pt x="3137" y="2313"/>
                    <a:pt x="3101" y="2311"/>
                  </a:cubicBezTo>
                  <a:cubicBezTo>
                    <a:pt x="2341" y="2280"/>
                    <a:pt x="1581" y="2098"/>
                    <a:pt x="882" y="1794"/>
                  </a:cubicBezTo>
                  <a:cubicBezTo>
                    <a:pt x="335" y="1551"/>
                    <a:pt x="1" y="1338"/>
                    <a:pt x="1" y="1338"/>
                  </a:cubicBezTo>
                  <a:lnTo>
                    <a:pt x="1" y="1338"/>
                  </a:lnTo>
                  <a:cubicBezTo>
                    <a:pt x="244" y="1581"/>
                    <a:pt x="518" y="1763"/>
                    <a:pt x="822" y="1915"/>
                  </a:cubicBezTo>
                  <a:cubicBezTo>
                    <a:pt x="1521" y="2280"/>
                    <a:pt x="2281" y="2463"/>
                    <a:pt x="3101" y="2523"/>
                  </a:cubicBezTo>
                  <a:cubicBezTo>
                    <a:pt x="3314" y="2523"/>
                    <a:pt x="3557" y="2463"/>
                    <a:pt x="3770" y="2402"/>
                  </a:cubicBezTo>
                  <a:cubicBezTo>
                    <a:pt x="3983" y="2311"/>
                    <a:pt x="4165" y="2189"/>
                    <a:pt x="4317" y="2007"/>
                  </a:cubicBezTo>
                  <a:cubicBezTo>
                    <a:pt x="4560" y="1733"/>
                    <a:pt x="4682" y="1368"/>
                    <a:pt x="4682" y="1004"/>
                  </a:cubicBezTo>
                  <a:cubicBezTo>
                    <a:pt x="4682" y="760"/>
                    <a:pt x="4682" y="517"/>
                    <a:pt x="4621" y="274"/>
                  </a:cubicBezTo>
                  <a:cubicBezTo>
                    <a:pt x="4621" y="183"/>
                    <a:pt x="4591" y="92"/>
                    <a:pt x="456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3"/>
            <p:cNvSpPr/>
            <p:nvPr/>
          </p:nvSpPr>
          <p:spPr>
            <a:xfrm>
              <a:off x="5254175" y="3542125"/>
              <a:ext cx="46375" cy="53725"/>
            </a:xfrm>
            <a:custGeom>
              <a:avLst/>
              <a:gdLst/>
              <a:ahLst/>
              <a:cxnLst/>
              <a:rect l="l" t="t" r="r" b="b"/>
              <a:pathLst>
                <a:path w="1855" h="2149" extrusionOk="0">
                  <a:moveTo>
                    <a:pt x="91" y="1"/>
                  </a:moveTo>
                  <a:cubicBezTo>
                    <a:pt x="30" y="153"/>
                    <a:pt x="0" y="366"/>
                    <a:pt x="30" y="548"/>
                  </a:cubicBezTo>
                  <a:cubicBezTo>
                    <a:pt x="0" y="761"/>
                    <a:pt x="0" y="943"/>
                    <a:pt x="30" y="1156"/>
                  </a:cubicBezTo>
                  <a:cubicBezTo>
                    <a:pt x="30" y="1430"/>
                    <a:pt x="122" y="1673"/>
                    <a:pt x="304" y="1885"/>
                  </a:cubicBezTo>
                  <a:cubicBezTo>
                    <a:pt x="426" y="2007"/>
                    <a:pt x="547" y="2068"/>
                    <a:pt x="699" y="2098"/>
                  </a:cubicBezTo>
                  <a:cubicBezTo>
                    <a:pt x="770" y="2134"/>
                    <a:pt x="842" y="2149"/>
                    <a:pt x="919" y="2149"/>
                  </a:cubicBezTo>
                  <a:cubicBezTo>
                    <a:pt x="974" y="2149"/>
                    <a:pt x="1031" y="2141"/>
                    <a:pt x="1094" y="2129"/>
                  </a:cubicBezTo>
                  <a:cubicBezTo>
                    <a:pt x="1307" y="2068"/>
                    <a:pt x="1489" y="1946"/>
                    <a:pt x="1611" y="1764"/>
                  </a:cubicBezTo>
                  <a:cubicBezTo>
                    <a:pt x="1854" y="1460"/>
                    <a:pt x="1824" y="1217"/>
                    <a:pt x="1793" y="1217"/>
                  </a:cubicBezTo>
                  <a:lnTo>
                    <a:pt x="1793" y="1217"/>
                  </a:lnTo>
                  <a:cubicBezTo>
                    <a:pt x="1733" y="1369"/>
                    <a:pt x="1641" y="1521"/>
                    <a:pt x="1520" y="1673"/>
                  </a:cubicBezTo>
                  <a:cubicBezTo>
                    <a:pt x="1398" y="1794"/>
                    <a:pt x="1246" y="1916"/>
                    <a:pt x="1064" y="1946"/>
                  </a:cubicBezTo>
                  <a:cubicBezTo>
                    <a:pt x="1028" y="1955"/>
                    <a:pt x="995" y="1959"/>
                    <a:pt x="964" y="1959"/>
                  </a:cubicBezTo>
                  <a:cubicBezTo>
                    <a:pt x="889" y="1959"/>
                    <a:pt x="824" y="1937"/>
                    <a:pt x="760" y="1916"/>
                  </a:cubicBezTo>
                  <a:cubicBezTo>
                    <a:pt x="638" y="1885"/>
                    <a:pt x="547" y="1825"/>
                    <a:pt x="486" y="1764"/>
                  </a:cubicBezTo>
                  <a:cubicBezTo>
                    <a:pt x="334" y="1581"/>
                    <a:pt x="243" y="1369"/>
                    <a:pt x="243" y="1126"/>
                  </a:cubicBezTo>
                  <a:cubicBezTo>
                    <a:pt x="182" y="913"/>
                    <a:pt x="182" y="700"/>
                    <a:pt x="182" y="548"/>
                  </a:cubicBezTo>
                  <a:cubicBezTo>
                    <a:pt x="182" y="366"/>
                    <a:pt x="152" y="153"/>
                    <a:pt x="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3"/>
            <p:cNvSpPr/>
            <p:nvPr/>
          </p:nvSpPr>
          <p:spPr>
            <a:xfrm>
              <a:off x="4987450" y="3641675"/>
              <a:ext cx="34200" cy="31950"/>
            </a:xfrm>
            <a:custGeom>
              <a:avLst/>
              <a:gdLst/>
              <a:ahLst/>
              <a:cxnLst/>
              <a:rect l="l" t="t" r="r" b="b"/>
              <a:pathLst>
                <a:path w="1368" h="1278" extrusionOk="0">
                  <a:moveTo>
                    <a:pt x="31" y="1"/>
                  </a:moveTo>
                  <a:lnTo>
                    <a:pt x="31" y="1"/>
                  </a:lnTo>
                  <a:cubicBezTo>
                    <a:pt x="0" y="31"/>
                    <a:pt x="365" y="214"/>
                    <a:pt x="760" y="578"/>
                  </a:cubicBezTo>
                  <a:cubicBezTo>
                    <a:pt x="1125" y="913"/>
                    <a:pt x="1338" y="1277"/>
                    <a:pt x="1368" y="1277"/>
                  </a:cubicBezTo>
                  <a:cubicBezTo>
                    <a:pt x="1246" y="973"/>
                    <a:pt x="1034" y="730"/>
                    <a:pt x="790" y="517"/>
                  </a:cubicBezTo>
                  <a:cubicBezTo>
                    <a:pt x="578" y="305"/>
                    <a:pt x="304" y="122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3"/>
            <p:cNvSpPr/>
            <p:nvPr/>
          </p:nvSpPr>
          <p:spPr>
            <a:xfrm>
              <a:off x="5007200" y="3631800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1"/>
                  </a:moveTo>
                  <a:cubicBezTo>
                    <a:pt x="0" y="183"/>
                    <a:pt x="0" y="365"/>
                    <a:pt x="31" y="578"/>
                  </a:cubicBezTo>
                  <a:cubicBezTo>
                    <a:pt x="31" y="760"/>
                    <a:pt x="61" y="943"/>
                    <a:pt x="152" y="1095"/>
                  </a:cubicBezTo>
                  <a:cubicBezTo>
                    <a:pt x="183" y="1095"/>
                    <a:pt x="122" y="852"/>
                    <a:pt x="122" y="548"/>
                  </a:cubicBezTo>
                  <a:cubicBezTo>
                    <a:pt x="122" y="365"/>
                    <a:pt x="92" y="183"/>
                    <a:pt x="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3"/>
            <p:cNvSpPr/>
            <p:nvPr/>
          </p:nvSpPr>
          <p:spPr>
            <a:xfrm>
              <a:off x="4995050" y="3662950"/>
              <a:ext cx="19000" cy="4150"/>
            </a:xfrm>
            <a:custGeom>
              <a:avLst/>
              <a:gdLst/>
              <a:ahLst/>
              <a:cxnLst/>
              <a:rect l="l" t="t" r="r" b="b"/>
              <a:pathLst>
                <a:path w="760" h="166" extrusionOk="0">
                  <a:moveTo>
                    <a:pt x="760" y="1"/>
                  </a:moveTo>
                  <a:cubicBezTo>
                    <a:pt x="638" y="1"/>
                    <a:pt x="517" y="1"/>
                    <a:pt x="395" y="62"/>
                  </a:cubicBezTo>
                  <a:cubicBezTo>
                    <a:pt x="243" y="62"/>
                    <a:pt x="122" y="92"/>
                    <a:pt x="0" y="153"/>
                  </a:cubicBezTo>
                  <a:cubicBezTo>
                    <a:pt x="45" y="162"/>
                    <a:pt x="87" y="165"/>
                    <a:pt x="127" y="165"/>
                  </a:cubicBezTo>
                  <a:cubicBezTo>
                    <a:pt x="223" y="165"/>
                    <a:pt x="309" y="144"/>
                    <a:pt x="395" y="122"/>
                  </a:cubicBezTo>
                  <a:cubicBezTo>
                    <a:pt x="517" y="122"/>
                    <a:pt x="638" y="62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3"/>
            <p:cNvSpPr/>
            <p:nvPr/>
          </p:nvSpPr>
          <p:spPr>
            <a:xfrm>
              <a:off x="5363600" y="3870400"/>
              <a:ext cx="34975" cy="31200"/>
            </a:xfrm>
            <a:custGeom>
              <a:avLst/>
              <a:gdLst/>
              <a:ahLst/>
              <a:cxnLst/>
              <a:rect l="l" t="t" r="r" b="b"/>
              <a:pathLst>
                <a:path w="1399" h="1248" extrusionOk="0">
                  <a:moveTo>
                    <a:pt x="30" y="1"/>
                  </a:moveTo>
                  <a:cubicBezTo>
                    <a:pt x="0" y="1"/>
                    <a:pt x="395" y="214"/>
                    <a:pt x="760" y="548"/>
                  </a:cubicBezTo>
                  <a:cubicBezTo>
                    <a:pt x="1125" y="913"/>
                    <a:pt x="1368" y="1247"/>
                    <a:pt x="1398" y="1247"/>
                  </a:cubicBezTo>
                  <a:cubicBezTo>
                    <a:pt x="1246" y="973"/>
                    <a:pt x="1064" y="700"/>
                    <a:pt x="821" y="518"/>
                  </a:cubicBezTo>
                  <a:cubicBezTo>
                    <a:pt x="608" y="274"/>
                    <a:pt x="334" y="92"/>
                    <a:pt x="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3"/>
            <p:cNvSpPr/>
            <p:nvPr/>
          </p:nvSpPr>
          <p:spPr>
            <a:xfrm>
              <a:off x="5384100" y="3860525"/>
              <a:ext cx="3825" cy="27375"/>
            </a:xfrm>
            <a:custGeom>
              <a:avLst/>
              <a:gdLst/>
              <a:ahLst/>
              <a:cxnLst/>
              <a:rect l="l" t="t" r="r" b="b"/>
              <a:pathLst>
                <a:path w="153" h="1095" extrusionOk="0">
                  <a:moveTo>
                    <a:pt x="31" y="1"/>
                  </a:moveTo>
                  <a:cubicBezTo>
                    <a:pt x="1" y="183"/>
                    <a:pt x="1" y="365"/>
                    <a:pt x="1" y="548"/>
                  </a:cubicBezTo>
                  <a:cubicBezTo>
                    <a:pt x="1" y="730"/>
                    <a:pt x="61" y="913"/>
                    <a:pt x="122" y="1095"/>
                  </a:cubicBezTo>
                  <a:cubicBezTo>
                    <a:pt x="153" y="1095"/>
                    <a:pt x="92" y="852"/>
                    <a:pt x="92" y="548"/>
                  </a:cubicBezTo>
                  <a:cubicBezTo>
                    <a:pt x="92" y="365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3"/>
            <p:cNvSpPr/>
            <p:nvPr/>
          </p:nvSpPr>
          <p:spPr>
            <a:xfrm>
              <a:off x="5371950" y="3891375"/>
              <a:ext cx="19025" cy="4125"/>
            </a:xfrm>
            <a:custGeom>
              <a:avLst/>
              <a:gdLst/>
              <a:ahLst/>
              <a:cxnLst/>
              <a:rect l="l" t="t" r="r" b="b"/>
              <a:pathLst>
                <a:path w="761" h="165" extrusionOk="0">
                  <a:moveTo>
                    <a:pt x="647" y="0"/>
                  </a:moveTo>
                  <a:cubicBezTo>
                    <a:pt x="552" y="0"/>
                    <a:pt x="451" y="22"/>
                    <a:pt x="365" y="43"/>
                  </a:cubicBezTo>
                  <a:cubicBezTo>
                    <a:pt x="244" y="43"/>
                    <a:pt x="122" y="104"/>
                    <a:pt x="0" y="165"/>
                  </a:cubicBezTo>
                  <a:cubicBezTo>
                    <a:pt x="122" y="165"/>
                    <a:pt x="244" y="165"/>
                    <a:pt x="365" y="134"/>
                  </a:cubicBezTo>
                  <a:cubicBezTo>
                    <a:pt x="517" y="104"/>
                    <a:pt x="639" y="74"/>
                    <a:pt x="760" y="13"/>
                  </a:cubicBezTo>
                  <a:cubicBezTo>
                    <a:pt x="725" y="4"/>
                    <a:pt x="686" y="0"/>
                    <a:pt x="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3"/>
            <p:cNvSpPr/>
            <p:nvPr/>
          </p:nvSpPr>
          <p:spPr>
            <a:xfrm>
              <a:off x="5038350" y="4193350"/>
              <a:ext cx="34225" cy="31200"/>
            </a:xfrm>
            <a:custGeom>
              <a:avLst/>
              <a:gdLst/>
              <a:ahLst/>
              <a:cxnLst/>
              <a:rect l="l" t="t" r="r" b="b"/>
              <a:pathLst>
                <a:path w="1369" h="1248" extrusionOk="0">
                  <a:moveTo>
                    <a:pt x="1" y="1"/>
                  </a:moveTo>
                  <a:cubicBezTo>
                    <a:pt x="1" y="31"/>
                    <a:pt x="365" y="214"/>
                    <a:pt x="730" y="578"/>
                  </a:cubicBezTo>
                  <a:cubicBezTo>
                    <a:pt x="943" y="791"/>
                    <a:pt x="1156" y="1004"/>
                    <a:pt x="1368" y="1247"/>
                  </a:cubicBezTo>
                  <a:cubicBezTo>
                    <a:pt x="1216" y="974"/>
                    <a:pt x="1034" y="700"/>
                    <a:pt x="791" y="518"/>
                  </a:cubicBezTo>
                  <a:cubicBezTo>
                    <a:pt x="578" y="274"/>
                    <a:pt x="305" y="123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5058100" y="4183475"/>
              <a:ext cx="3825" cy="27400"/>
            </a:xfrm>
            <a:custGeom>
              <a:avLst/>
              <a:gdLst/>
              <a:ahLst/>
              <a:cxnLst/>
              <a:rect l="l" t="t" r="r" b="b"/>
              <a:pathLst>
                <a:path w="153" h="1096" extrusionOk="0">
                  <a:moveTo>
                    <a:pt x="31" y="1"/>
                  </a:moveTo>
                  <a:cubicBezTo>
                    <a:pt x="1" y="183"/>
                    <a:pt x="1" y="366"/>
                    <a:pt x="31" y="548"/>
                  </a:cubicBezTo>
                  <a:cubicBezTo>
                    <a:pt x="1" y="730"/>
                    <a:pt x="62" y="943"/>
                    <a:pt x="123" y="1095"/>
                  </a:cubicBezTo>
                  <a:cubicBezTo>
                    <a:pt x="153" y="1095"/>
                    <a:pt x="123" y="852"/>
                    <a:pt x="92" y="548"/>
                  </a:cubicBezTo>
                  <a:cubicBezTo>
                    <a:pt x="92" y="366"/>
                    <a:pt x="92" y="183"/>
                    <a:pt x="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3"/>
            <p:cNvSpPr/>
            <p:nvPr/>
          </p:nvSpPr>
          <p:spPr>
            <a:xfrm>
              <a:off x="5045950" y="4214650"/>
              <a:ext cx="19025" cy="3800"/>
            </a:xfrm>
            <a:custGeom>
              <a:avLst/>
              <a:gdLst/>
              <a:ahLst/>
              <a:cxnLst/>
              <a:rect l="l" t="t" r="r" b="b"/>
              <a:pathLst>
                <a:path w="761" h="152" extrusionOk="0">
                  <a:moveTo>
                    <a:pt x="761" y="0"/>
                  </a:moveTo>
                  <a:cubicBezTo>
                    <a:pt x="639" y="0"/>
                    <a:pt x="487" y="0"/>
                    <a:pt x="365" y="30"/>
                  </a:cubicBezTo>
                  <a:cubicBezTo>
                    <a:pt x="244" y="61"/>
                    <a:pt x="122" y="91"/>
                    <a:pt x="1" y="152"/>
                  </a:cubicBezTo>
                  <a:cubicBezTo>
                    <a:pt x="122" y="152"/>
                    <a:pt x="244" y="152"/>
                    <a:pt x="365" y="122"/>
                  </a:cubicBezTo>
                  <a:cubicBezTo>
                    <a:pt x="517" y="122"/>
                    <a:pt x="639" y="61"/>
                    <a:pt x="7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3"/>
            <p:cNvSpPr/>
            <p:nvPr/>
          </p:nvSpPr>
          <p:spPr>
            <a:xfrm>
              <a:off x="5195650" y="37837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0" y="354"/>
                    <a:pt x="608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517" y="1097"/>
                    <a:pt x="912" y="580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3"/>
            <p:cNvSpPr/>
            <p:nvPr/>
          </p:nvSpPr>
          <p:spPr>
            <a:xfrm>
              <a:off x="5208575" y="3802275"/>
              <a:ext cx="26625" cy="5300"/>
            </a:xfrm>
            <a:custGeom>
              <a:avLst/>
              <a:gdLst/>
              <a:ahLst/>
              <a:cxnLst/>
              <a:rect l="l" t="t" r="r" b="b"/>
              <a:pathLst>
                <a:path w="1065" h="212" extrusionOk="0">
                  <a:moveTo>
                    <a:pt x="838" y="1"/>
                  </a:moveTo>
                  <a:cubicBezTo>
                    <a:pt x="731" y="1"/>
                    <a:pt x="624" y="15"/>
                    <a:pt x="517" y="51"/>
                  </a:cubicBezTo>
                  <a:cubicBezTo>
                    <a:pt x="335" y="51"/>
                    <a:pt x="152" y="112"/>
                    <a:pt x="0" y="203"/>
                  </a:cubicBezTo>
                  <a:cubicBezTo>
                    <a:pt x="0" y="209"/>
                    <a:pt x="8" y="211"/>
                    <a:pt x="24" y="211"/>
                  </a:cubicBezTo>
                  <a:cubicBezTo>
                    <a:pt x="92" y="211"/>
                    <a:pt x="299" y="161"/>
                    <a:pt x="547" y="112"/>
                  </a:cubicBezTo>
                  <a:cubicBezTo>
                    <a:pt x="730" y="112"/>
                    <a:pt x="912" y="81"/>
                    <a:pt x="1064" y="21"/>
                  </a:cubicBezTo>
                  <a:cubicBezTo>
                    <a:pt x="989" y="8"/>
                    <a:pt x="913" y="1"/>
                    <a:pt x="8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3"/>
            <p:cNvSpPr/>
            <p:nvPr/>
          </p:nvSpPr>
          <p:spPr>
            <a:xfrm>
              <a:off x="5199450" y="3792900"/>
              <a:ext cx="5350" cy="18250"/>
            </a:xfrm>
            <a:custGeom>
              <a:avLst/>
              <a:gdLst/>
              <a:ahLst/>
              <a:cxnLst/>
              <a:rect l="l" t="t" r="r" b="b"/>
              <a:pathLst>
                <a:path w="214" h="730" extrusionOk="0">
                  <a:moveTo>
                    <a:pt x="1" y="0"/>
                  </a:moveTo>
                  <a:cubicBezTo>
                    <a:pt x="1" y="122"/>
                    <a:pt x="31" y="244"/>
                    <a:pt x="61" y="365"/>
                  </a:cubicBezTo>
                  <a:cubicBezTo>
                    <a:pt x="92" y="487"/>
                    <a:pt x="153" y="608"/>
                    <a:pt x="213" y="730"/>
                  </a:cubicBezTo>
                  <a:cubicBezTo>
                    <a:pt x="213" y="608"/>
                    <a:pt x="183" y="456"/>
                    <a:pt x="153" y="365"/>
                  </a:cubicBezTo>
                  <a:cubicBezTo>
                    <a:pt x="122" y="213"/>
                    <a:pt x="61" y="9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3"/>
            <p:cNvSpPr/>
            <p:nvPr/>
          </p:nvSpPr>
          <p:spPr>
            <a:xfrm>
              <a:off x="5452500" y="3740925"/>
              <a:ext cx="44850" cy="10300"/>
            </a:xfrm>
            <a:custGeom>
              <a:avLst/>
              <a:gdLst/>
              <a:ahLst/>
              <a:cxnLst/>
              <a:rect l="l" t="t" r="r" b="b"/>
              <a:pathLst>
                <a:path w="1794" h="412" extrusionOk="0">
                  <a:moveTo>
                    <a:pt x="423" y="1"/>
                  </a:moveTo>
                  <a:cubicBezTo>
                    <a:pt x="280" y="1"/>
                    <a:pt x="137" y="16"/>
                    <a:pt x="0" y="43"/>
                  </a:cubicBezTo>
                  <a:cubicBezTo>
                    <a:pt x="0" y="43"/>
                    <a:pt x="395" y="43"/>
                    <a:pt x="912" y="134"/>
                  </a:cubicBezTo>
                  <a:cubicBezTo>
                    <a:pt x="1390" y="247"/>
                    <a:pt x="1738" y="411"/>
                    <a:pt x="1788" y="411"/>
                  </a:cubicBezTo>
                  <a:cubicBezTo>
                    <a:pt x="1792" y="411"/>
                    <a:pt x="1794" y="410"/>
                    <a:pt x="1794" y="408"/>
                  </a:cubicBezTo>
                  <a:cubicBezTo>
                    <a:pt x="1550" y="225"/>
                    <a:pt x="1247" y="134"/>
                    <a:pt x="943" y="73"/>
                  </a:cubicBezTo>
                  <a:cubicBezTo>
                    <a:pt x="775" y="23"/>
                    <a:pt x="599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3"/>
            <p:cNvSpPr/>
            <p:nvPr/>
          </p:nvSpPr>
          <p:spPr>
            <a:xfrm>
              <a:off x="5465425" y="3723000"/>
              <a:ext cx="15975" cy="22050"/>
            </a:xfrm>
            <a:custGeom>
              <a:avLst/>
              <a:gdLst/>
              <a:ahLst/>
              <a:cxnLst/>
              <a:rect l="l" t="t" r="r" b="b"/>
              <a:pathLst>
                <a:path w="639" h="882" extrusionOk="0">
                  <a:moveTo>
                    <a:pt x="0" y="0"/>
                  </a:moveTo>
                  <a:cubicBezTo>
                    <a:pt x="61" y="152"/>
                    <a:pt x="152" y="334"/>
                    <a:pt x="274" y="486"/>
                  </a:cubicBezTo>
                  <a:cubicBezTo>
                    <a:pt x="334" y="638"/>
                    <a:pt x="486" y="790"/>
                    <a:pt x="638" y="882"/>
                  </a:cubicBezTo>
                  <a:cubicBezTo>
                    <a:pt x="638" y="851"/>
                    <a:pt x="486" y="699"/>
                    <a:pt x="334" y="426"/>
                  </a:cubicBezTo>
                  <a:cubicBezTo>
                    <a:pt x="243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3"/>
            <p:cNvSpPr/>
            <p:nvPr/>
          </p:nvSpPr>
          <p:spPr>
            <a:xfrm>
              <a:off x="5471500" y="3746550"/>
              <a:ext cx="14450" cy="12950"/>
            </a:xfrm>
            <a:custGeom>
              <a:avLst/>
              <a:gdLst/>
              <a:ahLst/>
              <a:cxnLst/>
              <a:rect l="l" t="t" r="r" b="b"/>
              <a:pathLst>
                <a:path w="578" h="518" extrusionOk="0">
                  <a:moveTo>
                    <a:pt x="578" y="0"/>
                  </a:moveTo>
                  <a:lnTo>
                    <a:pt x="578" y="0"/>
                  </a:lnTo>
                  <a:cubicBezTo>
                    <a:pt x="456" y="61"/>
                    <a:pt x="365" y="122"/>
                    <a:pt x="274" y="213"/>
                  </a:cubicBezTo>
                  <a:cubicBezTo>
                    <a:pt x="122" y="365"/>
                    <a:pt x="0" y="517"/>
                    <a:pt x="0" y="517"/>
                  </a:cubicBezTo>
                  <a:cubicBezTo>
                    <a:pt x="122" y="456"/>
                    <a:pt x="243" y="395"/>
                    <a:pt x="304" y="274"/>
                  </a:cubicBezTo>
                  <a:cubicBezTo>
                    <a:pt x="487" y="152"/>
                    <a:pt x="578" y="0"/>
                    <a:pt x="5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3"/>
            <p:cNvSpPr/>
            <p:nvPr/>
          </p:nvSpPr>
          <p:spPr>
            <a:xfrm>
              <a:off x="5159175" y="3645425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1" y="1"/>
                  </a:moveTo>
                  <a:cubicBezTo>
                    <a:pt x="1083" y="1"/>
                    <a:pt x="931" y="354"/>
                    <a:pt x="639" y="763"/>
                  </a:cubicBezTo>
                  <a:cubicBezTo>
                    <a:pt x="305" y="1158"/>
                    <a:pt x="1" y="1401"/>
                    <a:pt x="1" y="1431"/>
                  </a:cubicBezTo>
                  <a:cubicBezTo>
                    <a:pt x="274" y="1279"/>
                    <a:pt x="517" y="1067"/>
                    <a:pt x="700" y="823"/>
                  </a:cubicBezTo>
                  <a:cubicBezTo>
                    <a:pt x="882" y="580"/>
                    <a:pt x="1034" y="307"/>
                    <a:pt x="1125" y="3"/>
                  </a:cubicBezTo>
                  <a:cubicBezTo>
                    <a:pt x="1124" y="2"/>
                    <a:pt x="1123" y="1"/>
                    <a:pt x="11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3"/>
            <p:cNvSpPr/>
            <p:nvPr/>
          </p:nvSpPr>
          <p:spPr>
            <a:xfrm>
              <a:off x="5172100" y="3664475"/>
              <a:ext cx="27375" cy="5350"/>
            </a:xfrm>
            <a:custGeom>
              <a:avLst/>
              <a:gdLst/>
              <a:ahLst/>
              <a:cxnLst/>
              <a:rect l="l" t="t" r="r" b="b"/>
              <a:pathLst>
                <a:path w="1095" h="214" extrusionOk="0">
                  <a:moveTo>
                    <a:pt x="1095" y="1"/>
                  </a:moveTo>
                  <a:cubicBezTo>
                    <a:pt x="882" y="1"/>
                    <a:pt x="699" y="1"/>
                    <a:pt x="517" y="31"/>
                  </a:cubicBezTo>
                  <a:cubicBezTo>
                    <a:pt x="335" y="31"/>
                    <a:pt x="152" y="92"/>
                    <a:pt x="0" y="213"/>
                  </a:cubicBezTo>
                  <a:cubicBezTo>
                    <a:pt x="0" y="213"/>
                    <a:pt x="243" y="153"/>
                    <a:pt x="547" y="122"/>
                  </a:cubicBezTo>
                  <a:cubicBezTo>
                    <a:pt x="730" y="92"/>
                    <a:pt x="912" y="61"/>
                    <a:pt x="1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3"/>
            <p:cNvSpPr/>
            <p:nvPr/>
          </p:nvSpPr>
          <p:spPr>
            <a:xfrm>
              <a:off x="5162975" y="3654600"/>
              <a:ext cx="5350" cy="19025"/>
            </a:xfrm>
            <a:custGeom>
              <a:avLst/>
              <a:gdLst/>
              <a:ahLst/>
              <a:cxnLst/>
              <a:rect l="l" t="t" r="r" b="b"/>
              <a:pathLst>
                <a:path w="214" h="761" extrusionOk="0">
                  <a:moveTo>
                    <a:pt x="1" y="0"/>
                  </a:moveTo>
                  <a:cubicBezTo>
                    <a:pt x="1" y="152"/>
                    <a:pt x="31" y="274"/>
                    <a:pt x="61" y="396"/>
                  </a:cubicBezTo>
                  <a:cubicBezTo>
                    <a:pt x="92" y="517"/>
                    <a:pt x="153" y="639"/>
                    <a:pt x="213" y="760"/>
                  </a:cubicBezTo>
                  <a:cubicBezTo>
                    <a:pt x="213" y="608"/>
                    <a:pt x="213" y="487"/>
                    <a:pt x="153" y="365"/>
                  </a:cubicBezTo>
                  <a:cubicBezTo>
                    <a:pt x="122" y="244"/>
                    <a:pt x="92" y="12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3"/>
            <p:cNvSpPr/>
            <p:nvPr/>
          </p:nvSpPr>
          <p:spPr>
            <a:xfrm>
              <a:off x="5504925" y="3898525"/>
              <a:ext cx="28150" cy="36500"/>
            </a:xfrm>
            <a:custGeom>
              <a:avLst/>
              <a:gdLst/>
              <a:ahLst/>
              <a:cxnLst/>
              <a:rect l="l" t="t" r="r" b="b"/>
              <a:pathLst>
                <a:path w="1126" h="1460" extrusionOk="0">
                  <a:moveTo>
                    <a:pt x="1125" y="0"/>
                  </a:moveTo>
                  <a:cubicBezTo>
                    <a:pt x="1095" y="0"/>
                    <a:pt x="912" y="365"/>
                    <a:pt x="609" y="791"/>
                  </a:cubicBezTo>
                  <a:cubicBezTo>
                    <a:pt x="305" y="1186"/>
                    <a:pt x="1" y="1429"/>
                    <a:pt x="1" y="1459"/>
                  </a:cubicBezTo>
                  <a:cubicBezTo>
                    <a:pt x="274" y="1307"/>
                    <a:pt x="487" y="1064"/>
                    <a:pt x="669" y="821"/>
                  </a:cubicBezTo>
                  <a:cubicBezTo>
                    <a:pt x="882" y="578"/>
                    <a:pt x="1034" y="304"/>
                    <a:pt x="1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3"/>
            <p:cNvSpPr/>
            <p:nvPr/>
          </p:nvSpPr>
          <p:spPr>
            <a:xfrm>
              <a:off x="5517075" y="3917775"/>
              <a:ext cx="27400" cy="5250"/>
            </a:xfrm>
            <a:custGeom>
              <a:avLst/>
              <a:gdLst/>
              <a:ahLst/>
              <a:cxnLst/>
              <a:rect l="l" t="t" r="r" b="b"/>
              <a:pathLst>
                <a:path w="1096" h="210" extrusionOk="0">
                  <a:moveTo>
                    <a:pt x="869" y="1"/>
                  </a:moveTo>
                  <a:cubicBezTo>
                    <a:pt x="762" y="1"/>
                    <a:pt x="655" y="16"/>
                    <a:pt x="548" y="51"/>
                  </a:cubicBezTo>
                  <a:cubicBezTo>
                    <a:pt x="366" y="51"/>
                    <a:pt x="183" y="112"/>
                    <a:pt x="1" y="203"/>
                  </a:cubicBezTo>
                  <a:cubicBezTo>
                    <a:pt x="5" y="207"/>
                    <a:pt x="13" y="209"/>
                    <a:pt x="24" y="209"/>
                  </a:cubicBezTo>
                  <a:cubicBezTo>
                    <a:pt x="93" y="209"/>
                    <a:pt x="287" y="138"/>
                    <a:pt x="548" y="112"/>
                  </a:cubicBezTo>
                  <a:cubicBezTo>
                    <a:pt x="730" y="112"/>
                    <a:pt x="913" y="51"/>
                    <a:pt x="1095" y="21"/>
                  </a:cubicBezTo>
                  <a:cubicBezTo>
                    <a:pt x="1020" y="8"/>
                    <a:pt x="944" y="1"/>
                    <a:pt x="8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3"/>
            <p:cNvSpPr/>
            <p:nvPr/>
          </p:nvSpPr>
          <p:spPr>
            <a:xfrm>
              <a:off x="5508725" y="3908400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1" y="244"/>
                    <a:pt x="61" y="365"/>
                  </a:cubicBezTo>
                  <a:cubicBezTo>
                    <a:pt x="92" y="487"/>
                    <a:pt x="122" y="608"/>
                    <a:pt x="213" y="730"/>
                  </a:cubicBezTo>
                  <a:cubicBezTo>
                    <a:pt x="213" y="608"/>
                    <a:pt x="183" y="457"/>
                    <a:pt x="122" y="335"/>
                  </a:cubicBezTo>
                  <a:cubicBezTo>
                    <a:pt x="122" y="213"/>
                    <a:pt x="61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3"/>
            <p:cNvSpPr/>
            <p:nvPr/>
          </p:nvSpPr>
          <p:spPr>
            <a:xfrm>
              <a:off x="5343825" y="3643150"/>
              <a:ext cx="28150" cy="36550"/>
            </a:xfrm>
            <a:custGeom>
              <a:avLst/>
              <a:gdLst/>
              <a:ahLst/>
              <a:cxnLst/>
              <a:rect l="l" t="t" r="r" b="b"/>
              <a:pathLst>
                <a:path w="1126" h="1462" extrusionOk="0">
                  <a:moveTo>
                    <a:pt x="1122" y="1"/>
                  </a:moveTo>
                  <a:cubicBezTo>
                    <a:pt x="1084" y="1"/>
                    <a:pt x="932" y="382"/>
                    <a:pt x="639" y="762"/>
                  </a:cubicBezTo>
                  <a:cubicBezTo>
                    <a:pt x="305" y="1188"/>
                    <a:pt x="1" y="1431"/>
                    <a:pt x="1" y="1462"/>
                  </a:cubicBezTo>
                  <a:cubicBezTo>
                    <a:pt x="517" y="1127"/>
                    <a:pt x="913" y="610"/>
                    <a:pt x="1125" y="3"/>
                  </a:cubicBezTo>
                  <a:cubicBezTo>
                    <a:pt x="1124" y="1"/>
                    <a:pt x="1123" y="1"/>
                    <a:pt x="11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3"/>
            <p:cNvSpPr/>
            <p:nvPr/>
          </p:nvSpPr>
          <p:spPr>
            <a:xfrm>
              <a:off x="5356750" y="3662200"/>
              <a:ext cx="26625" cy="5500"/>
            </a:xfrm>
            <a:custGeom>
              <a:avLst/>
              <a:gdLst/>
              <a:ahLst/>
              <a:cxnLst/>
              <a:rect l="l" t="t" r="r" b="b"/>
              <a:pathLst>
                <a:path w="1065" h="220" extrusionOk="0">
                  <a:moveTo>
                    <a:pt x="1064" y="0"/>
                  </a:moveTo>
                  <a:cubicBezTo>
                    <a:pt x="882" y="0"/>
                    <a:pt x="700" y="0"/>
                    <a:pt x="517" y="31"/>
                  </a:cubicBezTo>
                  <a:cubicBezTo>
                    <a:pt x="335" y="61"/>
                    <a:pt x="152" y="122"/>
                    <a:pt x="0" y="213"/>
                  </a:cubicBezTo>
                  <a:cubicBezTo>
                    <a:pt x="0" y="217"/>
                    <a:pt x="5" y="219"/>
                    <a:pt x="14" y="219"/>
                  </a:cubicBezTo>
                  <a:cubicBezTo>
                    <a:pt x="70" y="219"/>
                    <a:pt x="286" y="148"/>
                    <a:pt x="548" y="122"/>
                  </a:cubicBezTo>
                  <a:cubicBezTo>
                    <a:pt x="730" y="92"/>
                    <a:pt x="912" y="61"/>
                    <a:pt x="10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3"/>
            <p:cNvSpPr/>
            <p:nvPr/>
          </p:nvSpPr>
          <p:spPr>
            <a:xfrm>
              <a:off x="5347625" y="3653075"/>
              <a:ext cx="5350" cy="18275"/>
            </a:xfrm>
            <a:custGeom>
              <a:avLst/>
              <a:gdLst/>
              <a:ahLst/>
              <a:cxnLst/>
              <a:rect l="l" t="t" r="r" b="b"/>
              <a:pathLst>
                <a:path w="214" h="731" extrusionOk="0">
                  <a:moveTo>
                    <a:pt x="1" y="1"/>
                  </a:moveTo>
                  <a:cubicBezTo>
                    <a:pt x="1" y="122"/>
                    <a:pt x="31" y="244"/>
                    <a:pt x="62" y="365"/>
                  </a:cubicBezTo>
                  <a:cubicBezTo>
                    <a:pt x="92" y="487"/>
                    <a:pt x="153" y="609"/>
                    <a:pt x="213" y="730"/>
                  </a:cubicBezTo>
                  <a:cubicBezTo>
                    <a:pt x="213" y="609"/>
                    <a:pt x="183" y="457"/>
                    <a:pt x="153" y="335"/>
                  </a:cubicBezTo>
                  <a:cubicBezTo>
                    <a:pt x="122" y="213"/>
                    <a:pt x="62" y="9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3"/>
            <p:cNvSpPr/>
            <p:nvPr/>
          </p:nvSpPr>
          <p:spPr>
            <a:xfrm>
              <a:off x="5207050" y="3943925"/>
              <a:ext cx="46375" cy="4175"/>
            </a:xfrm>
            <a:custGeom>
              <a:avLst/>
              <a:gdLst/>
              <a:ahLst/>
              <a:cxnLst/>
              <a:rect l="l" t="t" r="r" b="b"/>
              <a:pathLst>
                <a:path w="1855" h="167" extrusionOk="0">
                  <a:moveTo>
                    <a:pt x="928" y="1"/>
                  </a:moveTo>
                  <a:cubicBezTo>
                    <a:pt x="616" y="1"/>
                    <a:pt x="304" y="54"/>
                    <a:pt x="1" y="160"/>
                  </a:cubicBezTo>
                  <a:cubicBezTo>
                    <a:pt x="5" y="164"/>
                    <a:pt x="17" y="166"/>
                    <a:pt x="35" y="166"/>
                  </a:cubicBezTo>
                  <a:cubicBezTo>
                    <a:pt x="146" y="166"/>
                    <a:pt x="500" y="99"/>
                    <a:pt x="943" y="99"/>
                  </a:cubicBezTo>
                  <a:cubicBezTo>
                    <a:pt x="1360" y="99"/>
                    <a:pt x="1732" y="166"/>
                    <a:pt x="1830" y="166"/>
                  </a:cubicBezTo>
                  <a:cubicBezTo>
                    <a:pt x="1846" y="166"/>
                    <a:pt x="1855" y="164"/>
                    <a:pt x="1855" y="160"/>
                  </a:cubicBezTo>
                  <a:cubicBezTo>
                    <a:pt x="1551" y="54"/>
                    <a:pt x="1239" y="1"/>
                    <a:pt x="92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3"/>
            <p:cNvSpPr/>
            <p:nvPr/>
          </p:nvSpPr>
          <p:spPr>
            <a:xfrm>
              <a:off x="5214650" y="3927400"/>
              <a:ext cx="21300" cy="18250"/>
            </a:xfrm>
            <a:custGeom>
              <a:avLst/>
              <a:gdLst/>
              <a:ahLst/>
              <a:cxnLst/>
              <a:rect l="l" t="t" r="r" b="b"/>
              <a:pathLst>
                <a:path w="852" h="730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52"/>
                    <a:pt x="244" y="274"/>
                    <a:pt x="396" y="396"/>
                  </a:cubicBezTo>
                  <a:cubicBezTo>
                    <a:pt x="517" y="548"/>
                    <a:pt x="669" y="639"/>
                    <a:pt x="852" y="730"/>
                  </a:cubicBezTo>
                  <a:cubicBezTo>
                    <a:pt x="852" y="700"/>
                    <a:pt x="669" y="548"/>
                    <a:pt x="426" y="335"/>
                  </a:cubicBezTo>
                  <a:cubicBezTo>
                    <a:pt x="304" y="213"/>
                    <a:pt x="152" y="9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3"/>
            <p:cNvSpPr/>
            <p:nvPr/>
          </p:nvSpPr>
          <p:spPr>
            <a:xfrm>
              <a:off x="5229850" y="3945625"/>
              <a:ext cx="11425" cy="16000"/>
            </a:xfrm>
            <a:custGeom>
              <a:avLst/>
              <a:gdLst/>
              <a:ahLst/>
              <a:cxnLst/>
              <a:rect l="l" t="t" r="r" b="b"/>
              <a:pathLst>
                <a:path w="457" h="640" extrusionOk="0">
                  <a:moveTo>
                    <a:pt x="456" y="1"/>
                  </a:moveTo>
                  <a:cubicBezTo>
                    <a:pt x="426" y="1"/>
                    <a:pt x="304" y="123"/>
                    <a:pt x="183" y="305"/>
                  </a:cubicBezTo>
                  <a:cubicBezTo>
                    <a:pt x="61" y="457"/>
                    <a:pt x="0" y="639"/>
                    <a:pt x="0" y="639"/>
                  </a:cubicBezTo>
                  <a:cubicBezTo>
                    <a:pt x="92" y="548"/>
                    <a:pt x="183" y="457"/>
                    <a:pt x="244" y="335"/>
                  </a:cubicBezTo>
                  <a:cubicBezTo>
                    <a:pt x="335" y="244"/>
                    <a:pt x="396" y="123"/>
                    <a:pt x="4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3"/>
            <p:cNvSpPr/>
            <p:nvPr/>
          </p:nvSpPr>
          <p:spPr>
            <a:xfrm>
              <a:off x="5307350" y="3787700"/>
              <a:ext cx="12200" cy="11450"/>
            </a:xfrm>
            <a:custGeom>
              <a:avLst/>
              <a:gdLst/>
              <a:ahLst/>
              <a:cxnLst/>
              <a:rect l="l" t="t" r="r" b="b"/>
              <a:pathLst>
                <a:path w="488" h="458" extrusionOk="0">
                  <a:moveTo>
                    <a:pt x="240" y="98"/>
                  </a:moveTo>
                  <a:lnTo>
                    <a:pt x="240" y="98"/>
                  </a:lnTo>
                  <a:cubicBezTo>
                    <a:pt x="250" y="109"/>
                    <a:pt x="262" y="123"/>
                    <a:pt x="274" y="148"/>
                  </a:cubicBezTo>
                  <a:cubicBezTo>
                    <a:pt x="335" y="178"/>
                    <a:pt x="274" y="208"/>
                    <a:pt x="244" y="239"/>
                  </a:cubicBezTo>
                  <a:cubicBezTo>
                    <a:pt x="240" y="243"/>
                    <a:pt x="235" y="245"/>
                    <a:pt x="231" y="245"/>
                  </a:cubicBezTo>
                  <a:cubicBezTo>
                    <a:pt x="206" y="245"/>
                    <a:pt x="183" y="174"/>
                    <a:pt x="183" y="148"/>
                  </a:cubicBezTo>
                  <a:lnTo>
                    <a:pt x="122" y="148"/>
                  </a:lnTo>
                  <a:cubicBezTo>
                    <a:pt x="183" y="148"/>
                    <a:pt x="244" y="148"/>
                    <a:pt x="244" y="117"/>
                  </a:cubicBezTo>
                  <a:cubicBezTo>
                    <a:pt x="244" y="111"/>
                    <a:pt x="243" y="105"/>
                    <a:pt x="240" y="98"/>
                  </a:cubicBezTo>
                  <a:close/>
                  <a:moveTo>
                    <a:pt x="290" y="0"/>
                  </a:moveTo>
                  <a:cubicBezTo>
                    <a:pt x="242" y="0"/>
                    <a:pt x="214" y="36"/>
                    <a:pt x="214" y="56"/>
                  </a:cubicBezTo>
                  <a:cubicBezTo>
                    <a:pt x="214" y="60"/>
                    <a:pt x="214" y="63"/>
                    <a:pt x="215" y="66"/>
                  </a:cubicBezTo>
                  <a:lnTo>
                    <a:pt x="215" y="66"/>
                  </a:lnTo>
                  <a:cubicBezTo>
                    <a:pt x="200" y="52"/>
                    <a:pt x="179" y="39"/>
                    <a:pt x="153" y="26"/>
                  </a:cubicBezTo>
                  <a:lnTo>
                    <a:pt x="122" y="26"/>
                  </a:lnTo>
                  <a:lnTo>
                    <a:pt x="92" y="56"/>
                  </a:lnTo>
                  <a:cubicBezTo>
                    <a:pt x="31" y="117"/>
                    <a:pt x="1" y="208"/>
                    <a:pt x="31" y="269"/>
                  </a:cubicBezTo>
                  <a:cubicBezTo>
                    <a:pt x="58" y="375"/>
                    <a:pt x="130" y="458"/>
                    <a:pt x="228" y="458"/>
                  </a:cubicBezTo>
                  <a:cubicBezTo>
                    <a:pt x="243" y="458"/>
                    <a:pt x="258" y="456"/>
                    <a:pt x="274" y="452"/>
                  </a:cubicBezTo>
                  <a:cubicBezTo>
                    <a:pt x="396" y="421"/>
                    <a:pt x="457" y="330"/>
                    <a:pt x="487" y="239"/>
                  </a:cubicBezTo>
                  <a:cubicBezTo>
                    <a:pt x="487" y="148"/>
                    <a:pt x="457" y="87"/>
                    <a:pt x="365" y="26"/>
                  </a:cubicBezTo>
                  <a:cubicBezTo>
                    <a:pt x="337" y="7"/>
                    <a:pt x="312" y="0"/>
                    <a:pt x="2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3"/>
            <p:cNvSpPr/>
            <p:nvPr/>
          </p:nvSpPr>
          <p:spPr>
            <a:xfrm>
              <a:off x="5316675" y="3915350"/>
              <a:ext cx="13500" cy="11375"/>
            </a:xfrm>
            <a:custGeom>
              <a:avLst/>
              <a:gdLst/>
              <a:ahLst/>
              <a:cxnLst/>
              <a:rect l="l" t="t" r="r" b="b"/>
              <a:pathLst>
                <a:path w="540" h="455" extrusionOk="0">
                  <a:moveTo>
                    <a:pt x="277" y="88"/>
                  </a:moveTo>
                  <a:cubicBezTo>
                    <a:pt x="294" y="100"/>
                    <a:pt x="310" y="115"/>
                    <a:pt x="327" y="148"/>
                  </a:cubicBezTo>
                  <a:cubicBezTo>
                    <a:pt x="357" y="209"/>
                    <a:pt x="327" y="209"/>
                    <a:pt x="296" y="239"/>
                  </a:cubicBezTo>
                  <a:cubicBezTo>
                    <a:pt x="288" y="244"/>
                    <a:pt x="281" y="245"/>
                    <a:pt x="274" y="245"/>
                  </a:cubicBezTo>
                  <a:cubicBezTo>
                    <a:pt x="241" y="245"/>
                    <a:pt x="236" y="192"/>
                    <a:pt x="236" y="160"/>
                  </a:cubicBezTo>
                  <a:lnTo>
                    <a:pt x="236" y="160"/>
                  </a:lnTo>
                  <a:cubicBezTo>
                    <a:pt x="271" y="157"/>
                    <a:pt x="296" y="138"/>
                    <a:pt x="296" y="118"/>
                  </a:cubicBezTo>
                  <a:cubicBezTo>
                    <a:pt x="296" y="118"/>
                    <a:pt x="290" y="105"/>
                    <a:pt x="277" y="88"/>
                  </a:cubicBezTo>
                  <a:close/>
                  <a:moveTo>
                    <a:pt x="322" y="1"/>
                  </a:moveTo>
                  <a:cubicBezTo>
                    <a:pt x="273" y="1"/>
                    <a:pt x="245" y="27"/>
                    <a:pt x="237" y="47"/>
                  </a:cubicBezTo>
                  <a:lnTo>
                    <a:pt x="237" y="47"/>
                  </a:lnTo>
                  <a:cubicBezTo>
                    <a:pt x="228" y="40"/>
                    <a:pt x="217" y="32"/>
                    <a:pt x="205" y="27"/>
                  </a:cubicBezTo>
                  <a:lnTo>
                    <a:pt x="175" y="27"/>
                  </a:lnTo>
                  <a:lnTo>
                    <a:pt x="144" y="57"/>
                  </a:lnTo>
                  <a:cubicBezTo>
                    <a:pt x="0" y="201"/>
                    <a:pt x="102" y="454"/>
                    <a:pt x="294" y="454"/>
                  </a:cubicBezTo>
                  <a:cubicBezTo>
                    <a:pt x="305" y="454"/>
                    <a:pt x="316" y="454"/>
                    <a:pt x="327" y="452"/>
                  </a:cubicBezTo>
                  <a:cubicBezTo>
                    <a:pt x="418" y="422"/>
                    <a:pt x="509" y="330"/>
                    <a:pt x="540" y="239"/>
                  </a:cubicBezTo>
                  <a:cubicBezTo>
                    <a:pt x="540" y="148"/>
                    <a:pt x="479" y="87"/>
                    <a:pt x="418" y="27"/>
                  </a:cubicBezTo>
                  <a:cubicBezTo>
                    <a:pt x="380" y="8"/>
                    <a:pt x="348" y="1"/>
                    <a:pt x="3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3"/>
            <p:cNvSpPr/>
            <p:nvPr/>
          </p:nvSpPr>
          <p:spPr>
            <a:xfrm>
              <a:off x="5326350" y="4028575"/>
              <a:ext cx="12175" cy="10750"/>
            </a:xfrm>
            <a:custGeom>
              <a:avLst/>
              <a:gdLst/>
              <a:ahLst/>
              <a:cxnLst/>
              <a:rect l="l" t="t" r="r" b="b"/>
              <a:pathLst>
                <a:path w="487" h="430" extrusionOk="0">
                  <a:moveTo>
                    <a:pt x="300" y="0"/>
                  </a:moveTo>
                  <a:cubicBezTo>
                    <a:pt x="242" y="0"/>
                    <a:pt x="213" y="36"/>
                    <a:pt x="213" y="57"/>
                  </a:cubicBezTo>
                  <a:cubicBezTo>
                    <a:pt x="213" y="87"/>
                    <a:pt x="274" y="57"/>
                    <a:pt x="305" y="118"/>
                  </a:cubicBezTo>
                  <a:cubicBezTo>
                    <a:pt x="335" y="178"/>
                    <a:pt x="274" y="209"/>
                    <a:pt x="244" y="239"/>
                  </a:cubicBezTo>
                  <a:cubicBezTo>
                    <a:pt x="217" y="239"/>
                    <a:pt x="190" y="192"/>
                    <a:pt x="184" y="139"/>
                  </a:cubicBezTo>
                  <a:lnTo>
                    <a:pt x="184" y="139"/>
                  </a:lnTo>
                  <a:cubicBezTo>
                    <a:pt x="219" y="130"/>
                    <a:pt x="244" y="118"/>
                    <a:pt x="244" y="118"/>
                  </a:cubicBezTo>
                  <a:cubicBezTo>
                    <a:pt x="244" y="87"/>
                    <a:pt x="213" y="57"/>
                    <a:pt x="153" y="26"/>
                  </a:cubicBezTo>
                  <a:lnTo>
                    <a:pt x="122" y="26"/>
                  </a:lnTo>
                  <a:lnTo>
                    <a:pt x="92" y="57"/>
                  </a:lnTo>
                  <a:cubicBezTo>
                    <a:pt x="31" y="87"/>
                    <a:pt x="1" y="178"/>
                    <a:pt x="31" y="270"/>
                  </a:cubicBezTo>
                  <a:cubicBezTo>
                    <a:pt x="56" y="370"/>
                    <a:pt x="144" y="429"/>
                    <a:pt x="225" y="429"/>
                  </a:cubicBezTo>
                  <a:cubicBezTo>
                    <a:pt x="242" y="429"/>
                    <a:pt x="259" y="427"/>
                    <a:pt x="274" y="422"/>
                  </a:cubicBezTo>
                  <a:cubicBezTo>
                    <a:pt x="396" y="422"/>
                    <a:pt x="457" y="330"/>
                    <a:pt x="487" y="239"/>
                  </a:cubicBezTo>
                  <a:cubicBezTo>
                    <a:pt x="487" y="148"/>
                    <a:pt x="457" y="57"/>
                    <a:pt x="396" y="26"/>
                  </a:cubicBezTo>
                  <a:cubicBezTo>
                    <a:pt x="358" y="8"/>
                    <a:pt x="326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3"/>
            <p:cNvSpPr/>
            <p:nvPr/>
          </p:nvSpPr>
          <p:spPr>
            <a:xfrm>
              <a:off x="5288350" y="3668375"/>
              <a:ext cx="12200" cy="11325"/>
            </a:xfrm>
            <a:custGeom>
              <a:avLst/>
              <a:gdLst/>
              <a:ahLst/>
              <a:cxnLst/>
              <a:rect l="l" t="t" r="r" b="b"/>
              <a:pathLst>
                <a:path w="488" h="453" extrusionOk="0">
                  <a:moveTo>
                    <a:pt x="235" y="89"/>
                  </a:moveTo>
                  <a:cubicBezTo>
                    <a:pt x="246" y="96"/>
                    <a:pt x="260" y="104"/>
                    <a:pt x="274" y="118"/>
                  </a:cubicBezTo>
                  <a:cubicBezTo>
                    <a:pt x="305" y="179"/>
                    <a:pt x="274" y="209"/>
                    <a:pt x="244" y="240"/>
                  </a:cubicBezTo>
                  <a:cubicBezTo>
                    <a:pt x="240" y="244"/>
                    <a:pt x="236" y="246"/>
                    <a:pt x="232" y="246"/>
                  </a:cubicBezTo>
                  <a:cubicBezTo>
                    <a:pt x="210" y="246"/>
                    <a:pt x="191" y="195"/>
                    <a:pt x="185" y="147"/>
                  </a:cubicBezTo>
                  <a:lnTo>
                    <a:pt x="185" y="147"/>
                  </a:lnTo>
                  <a:cubicBezTo>
                    <a:pt x="219" y="145"/>
                    <a:pt x="244" y="138"/>
                    <a:pt x="244" y="118"/>
                  </a:cubicBezTo>
                  <a:cubicBezTo>
                    <a:pt x="244" y="109"/>
                    <a:pt x="241" y="99"/>
                    <a:pt x="235" y="89"/>
                  </a:cubicBezTo>
                  <a:close/>
                  <a:moveTo>
                    <a:pt x="290" y="1"/>
                  </a:moveTo>
                  <a:cubicBezTo>
                    <a:pt x="243" y="1"/>
                    <a:pt x="214" y="36"/>
                    <a:pt x="214" y="57"/>
                  </a:cubicBezTo>
                  <a:cubicBezTo>
                    <a:pt x="214" y="61"/>
                    <a:pt x="214" y="64"/>
                    <a:pt x="215" y="66"/>
                  </a:cubicBezTo>
                  <a:lnTo>
                    <a:pt x="215" y="66"/>
                  </a:lnTo>
                  <a:cubicBezTo>
                    <a:pt x="200" y="53"/>
                    <a:pt x="179" y="40"/>
                    <a:pt x="153" y="27"/>
                  </a:cubicBezTo>
                  <a:lnTo>
                    <a:pt x="122" y="27"/>
                  </a:lnTo>
                  <a:lnTo>
                    <a:pt x="92" y="57"/>
                  </a:lnTo>
                  <a:cubicBezTo>
                    <a:pt x="31" y="118"/>
                    <a:pt x="1" y="209"/>
                    <a:pt x="31" y="270"/>
                  </a:cubicBezTo>
                  <a:cubicBezTo>
                    <a:pt x="31" y="392"/>
                    <a:pt x="153" y="453"/>
                    <a:pt x="274" y="453"/>
                  </a:cubicBezTo>
                  <a:cubicBezTo>
                    <a:pt x="396" y="422"/>
                    <a:pt x="457" y="331"/>
                    <a:pt x="487" y="240"/>
                  </a:cubicBezTo>
                  <a:cubicBezTo>
                    <a:pt x="487" y="149"/>
                    <a:pt x="457" y="88"/>
                    <a:pt x="366" y="27"/>
                  </a:cubicBezTo>
                  <a:cubicBezTo>
                    <a:pt x="337" y="8"/>
                    <a:pt x="312" y="1"/>
                    <a:pt x="2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3"/>
            <p:cNvSpPr/>
            <p:nvPr/>
          </p:nvSpPr>
          <p:spPr>
            <a:xfrm>
              <a:off x="5020125" y="4249500"/>
              <a:ext cx="8375" cy="17700"/>
            </a:xfrm>
            <a:custGeom>
              <a:avLst/>
              <a:gdLst/>
              <a:ahLst/>
              <a:cxnLst/>
              <a:rect l="l" t="t" r="r" b="b"/>
              <a:pathLst>
                <a:path w="335" h="708" extrusionOk="0">
                  <a:moveTo>
                    <a:pt x="266" y="1"/>
                  </a:moveTo>
                  <a:cubicBezTo>
                    <a:pt x="230" y="1"/>
                    <a:pt x="145" y="170"/>
                    <a:pt x="61" y="339"/>
                  </a:cubicBezTo>
                  <a:cubicBezTo>
                    <a:pt x="0" y="521"/>
                    <a:pt x="0" y="703"/>
                    <a:pt x="31" y="703"/>
                  </a:cubicBezTo>
                  <a:cubicBezTo>
                    <a:pt x="36" y="706"/>
                    <a:pt x="41" y="707"/>
                    <a:pt x="47" y="707"/>
                  </a:cubicBezTo>
                  <a:cubicBezTo>
                    <a:pt x="107" y="707"/>
                    <a:pt x="188" y="566"/>
                    <a:pt x="243" y="399"/>
                  </a:cubicBezTo>
                  <a:cubicBezTo>
                    <a:pt x="335" y="187"/>
                    <a:pt x="335" y="35"/>
                    <a:pt x="274" y="4"/>
                  </a:cubicBezTo>
                  <a:cubicBezTo>
                    <a:pt x="271" y="2"/>
                    <a:pt x="269" y="1"/>
                    <a:pt x="26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005675" y="4304300"/>
              <a:ext cx="6875" cy="38025"/>
            </a:xfrm>
            <a:custGeom>
              <a:avLst/>
              <a:gdLst/>
              <a:ahLst/>
              <a:cxnLst/>
              <a:rect l="l" t="t" r="r" b="b"/>
              <a:pathLst>
                <a:path w="275" h="1521" extrusionOk="0">
                  <a:moveTo>
                    <a:pt x="213" y="1"/>
                  </a:moveTo>
                  <a:cubicBezTo>
                    <a:pt x="92" y="244"/>
                    <a:pt x="1" y="517"/>
                    <a:pt x="31" y="761"/>
                  </a:cubicBezTo>
                  <a:cubicBezTo>
                    <a:pt x="1" y="1186"/>
                    <a:pt x="61" y="1520"/>
                    <a:pt x="122" y="1520"/>
                  </a:cubicBezTo>
                  <a:cubicBezTo>
                    <a:pt x="213" y="1277"/>
                    <a:pt x="244" y="1034"/>
                    <a:pt x="213" y="761"/>
                  </a:cubicBezTo>
                  <a:cubicBezTo>
                    <a:pt x="244" y="365"/>
                    <a:pt x="27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5016325" y="4379525"/>
              <a:ext cx="25100" cy="31275"/>
            </a:xfrm>
            <a:custGeom>
              <a:avLst/>
              <a:gdLst/>
              <a:ahLst/>
              <a:cxnLst/>
              <a:rect l="l" t="t" r="r" b="b"/>
              <a:pathLst>
                <a:path w="1004" h="1251" extrusionOk="0">
                  <a:moveTo>
                    <a:pt x="61" y="1"/>
                  </a:moveTo>
                  <a:cubicBezTo>
                    <a:pt x="0" y="31"/>
                    <a:pt x="122" y="366"/>
                    <a:pt x="365" y="730"/>
                  </a:cubicBezTo>
                  <a:cubicBezTo>
                    <a:pt x="591" y="1069"/>
                    <a:pt x="869" y="1250"/>
                    <a:pt x="932" y="1250"/>
                  </a:cubicBezTo>
                  <a:cubicBezTo>
                    <a:pt x="937" y="1250"/>
                    <a:pt x="940" y="1249"/>
                    <a:pt x="942" y="1247"/>
                  </a:cubicBezTo>
                  <a:cubicBezTo>
                    <a:pt x="1003" y="1217"/>
                    <a:pt x="760" y="943"/>
                    <a:pt x="517" y="609"/>
                  </a:cubicBezTo>
                  <a:cubicBezTo>
                    <a:pt x="274" y="274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3"/>
            <p:cNvSpPr/>
            <p:nvPr/>
          </p:nvSpPr>
          <p:spPr>
            <a:xfrm>
              <a:off x="5073300" y="4428725"/>
              <a:ext cx="38025" cy="10125"/>
            </a:xfrm>
            <a:custGeom>
              <a:avLst/>
              <a:gdLst/>
              <a:ahLst/>
              <a:cxnLst/>
              <a:rect l="l" t="t" r="r" b="b"/>
              <a:pathLst>
                <a:path w="1521" h="405" extrusionOk="0">
                  <a:moveTo>
                    <a:pt x="163" y="1"/>
                  </a:moveTo>
                  <a:cubicBezTo>
                    <a:pt x="118" y="1"/>
                    <a:pt x="74" y="3"/>
                    <a:pt x="31" y="9"/>
                  </a:cubicBezTo>
                  <a:cubicBezTo>
                    <a:pt x="1" y="69"/>
                    <a:pt x="335" y="221"/>
                    <a:pt x="761" y="313"/>
                  </a:cubicBezTo>
                  <a:cubicBezTo>
                    <a:pt x="1016" y="371"/>
                    <a:pt x="1258" y="405"/>
                    <a:pt x="1398" y="405"/>
                  </a:cubicBezTo>
                  <a:cubicBezTo>
                    <a:pt x="1475" y="405"/>
                    <a:pt x="1521" y="395"/>
                    <a:pt x="1521" y="373"/>
                  </a:cubicBezTo>
                  <a:cubicBezTo>
                    <a:pt x="1521" y="313"/>
                    <a:pt x="1186" y="221"/>
                    <a:pt x="791" y="130"/>
                  </a:cubicBezTo>
                  <a:cubicBezTo>
                    <a:pt x="591" y="55"/>
                    <a:pt x="370" y="1"/>
                    <a:pt x="16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3"/>
            <p:cNvSpPr/>
            <p:nvPr/>
          </p:nvSpPr>
          <p:spPr>
            <a:xfrm>
              <a:off x="5149300" y="4440325"/>
              <a:ext cx="38025" cy="5350"/>
            </a:xfrm>
            <a:custGeom>
              <a:avLst/>
              <a:gdLst/>
              <a:ahLst/>
              <a:cxnLst/>
              <a:rect l="l" t="t" r="r" b="b"/>
              <a:pathLst>
                <a:path w="1521" h="214" extrusionOk="0">
                  <a:moveTo>
                    <a:pt x="760" y="0"/>
                  </a:moveTo>
                  <a:cubicBezTo>
                    <a:pt x="365" y="0"/>
                    <a:pt x="0" y="31"/>
                    <a:pt x="0" y="92"/>
                  </a:cubicBezTo>
                  <a:cubicBezTo>
                    <a:pt x="0" y="152"/>
                    <a:pt x="365" y="213"/>
                    <a:pt x="760" y="213"/>
                  </a:cubicBezTo>
                  <a:cubicBezTo>
                    <a:pt x="1186" y="213"/>
                    <a:pt x="1520" y="183"/>
                    <a:pt x="1520" y="122"/>
                  </a:cubicBezTo>
                  <a:cubicBezTo>
                    <a:pt x="1277" y="31"/>
                    <a:pt x="1034" y="0"/>
                    <a:pt x="7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3"/>
            <p:cNvSpPr/>
            <p:nvPr/>
          </p:nvSpPr>
          <p:spPr>
            <a:xfrm>
              <a:off x="5226050" y="4441275"/>
              <a:ext cx="38025" cy="5150"/>
            </a:xfrm>
            <a:custGeom>
              <a:avLst/>
              <a:gdLst/>
              <a:ahLst/>
              <a:cxnLst/>
              <a:rect l="l" t="t" r="r" b="b"/>
              <a:pathLst>
                <a:path w="1521" h="206" extrusionOk="0">
                  <a:moveTo>
                    <a:pt x="772" y="0"/>
                  </a:moveTo>
                  <a:cubicBezTo>
                    <a:pt x="517" y="0"/>
                    <a:pt x="259" y="38"/>
                    <a:pt x="0" y="114"/>
                  </a:cubicBezTo>
                  <a:cubicBezTo>
                    <a:pt x="0" y="175"/>
                    <a:pt x="365" y="206"/>
                    <a:pt x="760" y="206"/>
                  </a:cubicBezTo>
                  <a:cubicBezTo>
                    <a:pt x="1186" y="206"/>
                    <a:pt x="1520" y="175"/>
                    <a:pt x="1520" y="114"/>
                  </a:cubicBezTo>
                  <a:cubicBezTo>
                    <a:pt x="1277" y="38"/>
                    <a:pt x="1026" y="0"/>
                    <a:pt x="7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3"/>
            <p:cNvSpPr/>
            <p:nvPr/>
          </p:nvSpPr>
          <p:spPr>
            <a:xfrm>
              <a:off x="5303550" y="4441575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568" y="0"/>
                  </a:moveTo>
                  <a:cubicBezTo>
                    <a:pt x="361" y="0"/>
                    <a:pt x="163" y="40"/>
                    <a:pt x="1" y="133"/>
                  </a:cubicBezTo>
                  <a:cubicBezTo>
                    <a:pt x="160" y="201"/>
                    <a:pt x="354" y="235"/>
                    <a:pt x="556" y="235"/>
                  </a:cubicBezTo>
                  <a:cubicBezTo>
                    <a:pt x="624" y="235"/>
                    <a:pt x="692" y="232"/>
                    <a:pt x="761" y="224"/>
                  </a:cubicBezTo>
                  <a:cubicBezTo>
                    <a:pt x="1156" y="224"/>
                    <a:pt x="1521" y="194"/>
                    <a:pt x="1521" y="133"/>
                  </a:cubicBezTo>
                  <a:cubicBezTo>
                    <a:pt x="1320" y="58"/>
                    <a:pt x="1100" y="3"/>
                    <a:pt x="892" y="3"/>
                  </a:cubicBezTo>
                  <a:cubicBezTo>
                    <a:pt x="848" y="3"/>
                    <a:pt x="804" y="6"/>
                    <a:pt x="761" y="11"/>
                  </a:cubicBezTo>
                  <a:cubicBezTo>
                    <a:pt x="696" y="4"/>
                    <a:pt x="631" y="0"/>
                    <a:pt x="5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5380300" y="4442000"/>
              <a:ext cx="38025" cy="5475"/>
            </a:xfrm>
            <a:custGeom>
              <a:avLst/>
              <a:gdLst/>
              <a:ahLst/>
              <a:cxnLst/>
              <a:rect l="l" t="t" r="r" b="b"/>
              <a:pathLst>
                <a:path w="1521" h="219" extrusionOk="0">
                  <a:moveTo>
                    <a:pt x="970" y="0"/>
                  </a:moveTo>
                  <a:cubicBezTo>
                    <a:pt x="899" y="0"/>
                    <a:pt x="829" y="8"/>
                    <a:pt x="761" y="25"/>
                  </a:cubicBezTo>
                  <a:cubicBezTo>
                    <a:pt x="335" y="25"/>
                    <a:pt x="1" y="55"/>
                    <a:pt x="1" y="116"/>
                  </a:cubicBezTo>
                  <a:cubicBezTo>
                    <a:pt x="183" y="184"/>
                    <a:pt x="365" y="218"/>
                    <a:pt x="561" y="218"/>
                  </a:cubicBezTo>
                  <a:cubicBezTo>
                    <a:pt x="626" y="218"/>
                    <a:pt x="692" y="215"/>
                    <a:pt x="761" y="207"/>
                  </a:cubicBezTo>
                  <a:cubicBezTo>
                    <a:pt x="1156" y="207"/>
                    <a:pt x="1521" y="177"/>
                    <a:pt x="1521" y="116"/>
                  </a:cubicBezTo>
                  <a:cubicBezTo>
                    <a:pt x="1345" y="50"/>
                    <a:pt x="1154" y="0"/>
                    <a:pt x="97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3"/>
            <p:cNvSpPr/>
            <p:nvPr/>
          </p:nvSpPr>
          <p:spPr>
            <a:xfrm>
              <a:off x="5457050" y="4441550"/>
              <a:ext cx="38025" cy="5900"/>
            </a:xfrm>
            <a:custGeom>
              <a:avLst/>
              <a:gdLst/>
              <a:ahLst/>
              <a:cxnLst/>
              <a:rect l="l" t="t" r="r" b="b"/>
              <a:pathLst>
                <a:path w="1521" h="236" extrusionOk="0">
                  <a:moveTo>
                    <a:pt x="948" y="1"/>
                  </a:moveTo>
                  <a:cubicBezTo>
                    <a:pt x="884" y="1"/>
                    <a:pt x="821" y="5"/>
                    <a:pt x="761" y="12"/>
                  </a:cubicBezTo>
                  <a:cubicBezTo>
                    <a:pt x="335" y="12"/>
                    <a:pt x="1" y="73"/>
                    <a:pt x="1" y="103"/>
                  </a:cubicBezTo>
                  <a:cubicBezTo>
                    <a:pt x="186" y="196"/>
                    <a:pt x="372" y="236"/>
                    <a:pt x="572" y="236"/>
                  </a:cubicBezTo>
                  <a:cubicBezTo>
                    <a:pt x="633" y="236"/>
                    <a:pt x="696" y="232"/>
                    <a:pt x="761" y="225"/>
                  </a:cubicBezTo>
                  <a:cubicBezTo>
                    <a:pt x="1156" y="225"/>
                    <a:pt x="1520" y="164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3"/>
            <p:cNvSpPr/>
            <p:nvPr/>
          </p:nvSpPr>
          <p:spPr>
            <a:xfrm>
              <a:off x="5533800" y="44408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618" y="1"/>
                  </a:moveTo>
                  <a:cubicBezTo>
                    <a:pt x="401" y="1"/>
                    <a:pt x="201" y="55"/>
                    <a:pt x="1" y="130"/>
                  </a:cubicBezTo>
                  <a:cubicBezTo>
                    <a:pt x="1" y="191"/>
                    <a:pt x="335" y="222"/>
                    <a:pt x="761" y="222"/>
                  </a:cubicBezTo>
                  <a:cubicBezTo>
                    <a:pt x="818" y="229"/>
                    <a:pt x="877" y="233"/>
                    <a:pt x="937" y="233"/>
                  </a:cubicBezTo>
                  <a:cubicBezTo>
                    <a:pt x="1131" y="233"/>
                    <a:pt x="1335" y="193"/>
                    <a:pt x="1520" y="100"/>
                  </a:cubicBezTo>
                  <a:cubicBezTo>
                    <a:pt x="1520" y="70"/>
                    <a:pt x="1186" y="9"/>
                    <a:pt x="761" y="9"/>
                  </a:cubicBezTo>
                  <a:cubicBezTo>
                    <a:pt x="712" y="4"/>
                    <a:pt x="665" y="1"/>
                    <a:pt x="61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3"/>
            <p:cNvSpPr/>
            <p:nvPr/>
          </p:nvSpPr>
          <p:spPr>
            <a:xfrm>
              <a:off x="5610550" y="44403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761" y="0"/>
                  </a:moveTo>
                  <a:cubicBezTo>
                    <a:pt x="335" y="31"/>
                    <a:pt x="1" y="61"/>
                    <a:pt x="1" y="122"/>
                  </a:cubicBezTo>
                  <a:cubicBezTo>
                    <a:pt x="183" y="190"/>
                    <a:pt x="365" y="225"/>
                    <a:pt x="561" y="225"/>
                  </a:cubicBezTo>
                  <a:cubicBezTo>
                    <a:pt x="626" y="225"/>
                    <a:pt x="692" y="221"/>
                    <a:pt x="761" y="213"/>
                  </a:cubicBezTo>
                  <a:cubicBezTo>
                    <a:pt x="818" y="220"/>
                    <a:pt x="877" y="224"/>
                    <a:pt x="937" y="224"/>
                  </a:cubicBezTo>
                  <a:cubicBezTo>
                    <a:pt x="1131" y="224"/>
                    <a:pt x="1335" y="185"/>
                    <a:pt x="1520" y="92"/>
                  </a:cubicBezTo>
                  <a:cubicBezTo>
                    <a:pt x="1520" y="31"/>
                    <a:pt x="1186" y="0"/>
                    <a:pt x="7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3"/>
            <p:cNvSpPr/>
            <p:nvPr/>
          </p:nvSpPr>
          <p:spPr>
            <a:xfrm>
              <a:off x="5687300" y="4439275"/>
              <a:ext cx="38025" cy="5825"/>
            </a:xfrm>
            <a:custGeom>
              <a:avLst/>
              <a:gdLst/>
              <a:ahLst/>
              <a:cxnLst/>
              <a:rect l="l" t="t" r="r" b="b"/>
              <a:pathLst>
                <a:path w="1521" h="233" extrusionOk="0">
                  <a:moveTo>
                    <a:pt x="948" y="1"/>
                  </a:moveTo>
                  <a:cubicBezTo>
                    <a:pt x="884" y="1"/>
                    <a:pt x="821" y="4"/>
                    <a:pt x="760" y="12"/>
                  </a:cubicBezTo>
                  <a:cubicBezTo>
                    <a:pt x="335" y="12"/>
                    <a:pt x="1" y="73"/>
                    <a:pt x="1" y="134"/>
                  </a:cubicBezTo>
                  <a:cubicBezTo>
                    <a:pt x="1" y="194"/>
                    <a:pt x="335" y="225"/>
                    <a:pt x="760" y="225"/>
                  </a:cubicBezTo>
                  <a:cubicBezTo>
                    <a:pt x="804" y="230"/>
                    <a:pt x="848" y="233"/>
                    <a:pt x="892" y="233"/>
                  </a:cubicBezTo>
                  <a:cubicBezTo>
                    <a:pt x="1100" y="233"/>
                    <a:pt x="1320" y="178"/>
                    <a:pt x="1520" y="103"/>
                  </a:cubicBezTo>
                  <a:cubicBezTo>
                    <a:pt x="1338" y="35"/>
                    <a:pt x="1139" y="1"/>
                    <a:pt x="94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3"/>
            <p:cNvSpPr/>
            <p:nvPr/>
          </p:nvSpPr>
          <p:spPr>
            <a:xfrm>
              <a:off x="5764050" y="4439000"/>
              <a:ext cx="38025" cy="5425"/>
            </a:xfrm>
            <a:custGeom>
              <a:avLst/>
              <a:gdLst/>
              <a:ahLst/>
              <a:cxnLst/>
              <a:rect l="l" t="t" r="r" b="b"/>
              <a:pathLst>
                <a:path w="1521" h="217" extrusionOk="0">
                  <a:moveTo>
                    <a:pt x="749" y="0"/>
                  </a:moveTo>
                  <a:cubicBezTo>
                    <a:pt x="494" y="0"/>
                    <a:pt x="244" y="38"/>
                    <a:pt x="1" y="114"/>
                  </a:cubicBezTo>
                  <a:cubicBezTo>
                    <a:pt x="183" y="183"/>
                    <a:pt x="365" y="217"/>
                    <a:pt x="561" y="217"/>
                  </a:cubicBezTo>
                  <a:cubicBezTo>
                    <a:pt x="626" y="217"/>
                    <a:pt x="692" y="213"/>
                    <a:pt x="760" y="205"/>
                  </a:cubicBezTo>
                  <a:cubicBezTo>
                    <a:pt x="1125" y="179"/>
                    <a:pt x="1422" y="153"/>
                    <a:pt x="1500" y="108"/>
                  </a:cubicBezTo>
                  <a:lnTo>
                    <a:pt x="1500" y="108"/>
                  </a:lnTo>
                  <a:cubicBezTo>
                    <a:pt x="1507" y="110"/>
                    <a:pt x="1514" y="112"/>
                    <a:pt x="1520" y="114"/>
                  </a:cubicBezTo>
                  <a:lnTo>
                    <a:pt x="1520" y="84"/>
                  </a:lnTo>
                  <a:cubicBezTo>
                    <a:pt x="1520" y="93"/>
                    <a:pt x="1513" y="101"/>
                    <a:pt x="1500" y="108"/>
                  </a:cubicBezTo>
                  <a:lnTo>
                    <a:pt x="1500" y="108"/>
                  </a:lnTo>
                  <a:cubicBezTo>
                    <a:pt x="1249" y="36"/>
                    <a:pt x="997" y="0"/>
                    <a:pt x="74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3"/>
            <p:cNvSpPr/>
            <p:nvPr/>
          </p:nvSpPr>
          <p:spPr>
            <a:xfrm>
              <a:off x="5840800" y="4438525"/>
              <a:ext cx="38025" cy="5625"/>
            </a:xfrm>
            <a:custGeom>
              <a:avLst/>
              <a:gdLst/>
              <a:ahLst/>
              <a:cxnLst/>
              <a:rect l="l" t="t" r="r" b="b"/>
              <a:pathLst>
                <a:path w="1521" h="225" extrusionOk="0">
                  <a:moveTo>
                    <a:pt x="560" y="0"/>
                  </a:moveTo>
                  <a:cubicBezTo>
                    <a:pt x="365" y="0"/>
                    <a:pt x="183" y="34"/>
                    <a:pt x="1" y="103"/>
                  </a:cubicBezTo>
                  <a:cubicBezTo>
                    <a:pt x="244" y="194"/>
                    <a:pt x="487" y="224"/>
                    <a:pt x="760" y="224"/>
                  </a:cubicBezTo>
                  <a:cubicBezTo>
                    <a:pt x="1186" y="194"/>
                    <a:pt x="1520" y="164"/>
                    <a:pt x="1520" y="103"/>
                  </a:cubicBezTo>
                  <a:cubicBezTo>
                    <a:pt x="1338" y="34"/>
                    <a:pt x="1138" y="0"/>
                    <a:pt x="948" y="0"/>
                  </a:cubicBezTo>
                  <a:cubicBezTo>
                    <a:pt x="884" y="0"/>
                    <a:pt x="821" y="4"/>
                    <a:pt x="760" y="12"/>
                  </a:cubicBezTo>
                  <a:cubicBezTo>
                    <a:pt x="692" y="4"/>
                    <a:pt x="626" y="0"/>
                    <a:pt x="56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3"/>
            <p:cNvSpPr/>
            <p:nvPr/>
          </p:nvSpPr>
          <p:spPr>
            <a:xfrm>
              <a:off x="5916800" y="4438050"/>
              <a:ext cx="19000" cy="5350"/>
            </a:xfrm>
            <a:custGeom>
              <a:avLst/>
              <a:gdLst/>
              <a:ahLst/>
              <a:cxnLst/>
              <a:rect l="l" t="t" r="r" b="b"/>
              <a:pathLst>
                <a:path w="760" h="214" extrusionOk="0">
                  <a:moveTo>
                    <a:pt x="395" y="0"/>
                  </a:moveTo>
                  <a:cubicBezTo>
                    <a:pt x="182" y="0"/>
                    <a:pt x="0" y="61"/>
                    <a:pt x="0" y="91"/>
                  </a:cubicBezTo>
                  <a:cubicBezTo>
                    <a:pt x="0" y="152"/>
                    <a:pt x="182" y="213"/>
                    <a:pt x="395" y="213"/>
                  </a:cubicBezTo>
                  <a:cubicBezTo>
                    <a:pt x="608" y="213"/>
                    <a:pt x="760" y="152"/>
                    <a:pt x="760" y="91"/>
                  </a:cubicBezTo>
                  <a:cubicBezTo>
                    <a:pt x="760" y="61"/>
                    <a:pt x="608" y="0"/>
                    <a:pt x="3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3"/>
            <p:cNvSpPr/>
            <p:nvPr/>
          </p:nvSpPr>
          <p:spPr>
            <a:xfrm>
              <a:off x="4989725" y="4248075"/>
              <a:ext cx="933925" cy="215275"/>
            </a:xfrm>
            <a:custGeom>
              <a:avLst/>
              <a:gdLst/>
              <a:ahLst/>
              <a:cxnLst/>
              <a:rect l="l" t="t" r="r" b="b"/>
              <a:pathLst>
                <a:path w="37357" h="8611" extrusionOk="0">
                  <a:moveTo>
                    <a:pt x="943" y="0"/>
                  </a:moveTo>
                  <a:lnTo>
                    <a:pt x="943" y="0"/>
                  </a:lnTo>
                  <a:cubicBezTo>
                    <a:pt x="943" y="0"/>
                    <a:pt x="912" y="31"/>
                    <a:pt x="912" y="122"/>
                  </a:cubicBezTo>
                  <a:cubicBezTo>
                    <a:pt x="943" y="92"/>
                    <a:pt x="943" y="61"/>
                    <a:pt x="943" y="0"/>
                  </a:cubicBezTo>
                  <a:close/>
                  <a:moveTo>
                    <a:pt x="912" y="122"/>
                  </a:moveTo>
                  <a:cubicBezTo>
                    <a:pt x="882" y="213"/>
                    <a:pt x="851" y="304"/>
                    <a:pt x="791" y="426"/>
                  </a:cubicBezTo>
                  <a:cubicBezTo>
                    <a:pt x="699" y="700"/>
                    <a:pt x="547" y="1125"/>
                    <a:pt x="426" y="1672"/>
                  </a:cubicBezTo>
                  <a:cubicBezTo>
                    <a:pt x="213" y="2310"/>
                    <a:pt x="92" y="2979"/>
                    <a:pt x="31" y="3678"/>
                  </a:cubicBezTo>
                  <a:cubicBezTo>
                    <a:pt x="0" y="4073"/>
                    <a:pt x="0" y="4529"/>
                    <a:pt x="31" y="4955"/>
                  </a:cubicBezTo>
                  <a:cubicBezTo>
                    <a:pt x="31" y="5411"/>
                    <a:pt x="152" y="5897"/>
                    <a:pt x="395" y="6323"/>
                  </a:cubicBezTo>
                  <a:cubicBezTo>
                    <a:pt x="669" y="6779"/>
                    <a:pt x="1034" y="7174"/>
                    <a:pt x="1429" y="7539"/>
                  </a:cubicBezTo>
                  <a:cubicBezTo>
                    <a:pt x="1915" y="7873"/>
                    <a:pt x="2432" y="8086"/>
                    <a:pt x="3010" y="8207"/>
                  </a:cubicBezTo>
                  <a:cubicBezTo>
                    <a:pt x="4129" y="8398"/>
                    <a:pt x="5248" y="8516"/>
                    <a:pt x="6367" y="8516"/>
                  </a:cubicBezTo>
                  <a:cubicBezTo>
                    <a:pt x="6494" y="8516"/>
                    <a:pt x="6621" y="8514"/>
                    <a:pt x="6748" y="8511"/>
                  </a:cubicBezTo>
                  <a:cubicBezTo>
                    <a:pt x="9393" y="8542"/>
                    <a:pt x="12280" y="8572"/>
                    <a:pt x="15320" y="8602"/>
                  </a:cubicBezTo>
                  <a:cubicBezTo>
                    <a:pt x="16481" y="8608"/>
                    <a:pt x="17622" y="8611"/>
                    <a:pt x="18736" y="8611"/>
                  </a:cubicBezTo>
                  <a:cubicBezTo>
                    <a:pt x="23455" y="8611"/>
                    <a:pt x="27691" y="8566"/>
                    <a:pt x="30913" y="8542"/>
                  </a:cubicBezTo>
                  <a:lnTo>
                    <a:pt x="35624" y="8481"/>
                  </a:lnTo>
                  <a:lnTo>
                    <a:pt x="36931" y="8450"/>
                  </a:lnTo>
                  <a:lnTo>
                    <a:pt x="37357" y="8450"/>
                  </a:lnTo>
                  <a:cubicBezTo>
                    <a:pt x="37326" y="8420"/>
                    <a:pt x="37296" y="8420"/>
                    <a:pt x="37265" y="8390"/>
                  </a:cubicBezTo>
                  <a:lnTo>
                    <a:pt x="30943" y="8390"/>
                  </a:lnTo>
                  <a:cubicBezTo>
                    <a:pt x="28268" y="8390"/>
                    <a:pt x="24932" y="8417"/>
                    <a:pt x="21203" y="8417"/>
                  </a:cubicBezTo>
                  <a:cubicBezTo>
                    <a:pt x="19339" y="8417"/>
                    <a:pt x="17377" y="8410"/>
                    <a:pt x="15350" y="8390"/>
                  </a:cubicBezTo>
                  <a:cubicBezTo>
                    <a:pt x="12311" y="8390"/>
                    <a:pt x="9423" y="8359"/>
                    <a:pt x="6779" y="8329"/>
                  </a:cubicBezTo>
                  <a:cubicBezTo>
                    <a:pt x="6623" y="8333"/>
                    <a:pt x="6467" y="8334"/>
                    <a:pt x="6311" y="8334"/>
                  </a:cubicBezTo>
                  <a:cubicBezTo>
                    <a:pt x="5221" y="8334"/>
                    <a:pt x="4134" y="8241"/>
                    <a:pt x="3070" y="8055"/>
                  </a:cubicBezTo>
                  <a:cubicBezTo>
                    <a:pt x="2523" y="7934"/>
                    <a:pt x="2006" y="7721"/>
                    <a:pt x="1551" y="7417"/>
                  </a:cubicBezTo>
                  <a:cubicBezTo>
                    <a:pt x="1155" y="7083"/>
                    <a:pt x="791" y="6687"/>
                    <a:pt x="517" y="6262"/>
                  </a:cubicBezTo>
                  <a:cubicBezTo>
                    <a:pt x="304" y="5867"/>
                    <a:pt x="183" y="5411"/>
                    <a:pt x="183" y="4924"/>
                  </a:cubicBezTo>
                  <a:cubicBezTo>
                    <a:pt x="152" y="4499"/>
                    <a:pt x="152" y="4104"/>
                    <a:pt x="152" y="3678"/>
                  </a:cubicBezTo>
                  <a:cubicBezTo>
                    <a:pt x="213" y="3010"/>
                    <a:pt x="335" y="2341"/>
                    <a:pt x="487" y="1672"/>
                  </a:cubicBezTo>
                  <a:cubicBezTo>
                    <a:pt x="639" y="1155"/>
                    <a:pt x="760" y="730"/>
                    <a:pt x="821" y="456"/>
                  </a:cubicBezTo>
                  <a:lnTo>
                    <a:pt x="912" y="122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3"/>
            <p:cNvSpPr/>
            <p:nvPr/>
          </p:nvSpPr>
          <p:spPr>
            <a:xfrm>
              <a:off x="5118150" y="3739700"/>
              <a:ext cx="344250" cy="460525"/>
            </a:xfrm>
            <a:custGeom>
              <a:avLst/>
              <a:gdLst/>
              <a:ahLst/>
              <a:cxnLst/>
              <a:rect l="l" t="t" r="r" b="b"/>
              <a:pathLst>
                <a:path w="13770" h="18421" extrusionOk="0">
                  <a:moveTo>
                    <a:pt x="31" y="1"/>
                  </a:moveTo>
                  <a:cubicBezTo>
                    <a:pt x="0" y="92"/>
                    <a:pt x="0" y="183"/>
                    <a:pt x="0" y="274"/>
                  </a:cubicBezTo>
                  <a:lnTo>
                    <a:pt x="0" y="1095"/>
                  </a:lnTo>
                  <a:cubicBezTo>
                    <a:pt x="0" y="1825"/>
                    <a:pt x="61" y="2858"/>
                    <a:pt x="152" y="4104"/>
                  </a:cubicBezTo>
                  <a:cubicBezTo>
                    <a:pt x="183" y="4742"/>
                    <a:pt x="243" y="5442"/>
                    <a:pt x="304" y="6201"/>
                  </a:cubicBezTo>
                  <a:cubicBezTo>
                    <a:pt x="335" y="6992"/>
                    <a:pt x="456" y="7782"/>
                    <a:pt x="669" y="8572"/>
                  </a:cubicBezTo>
                  <a:cubicBezTo>
                    <a:pt x="882" y="9454"/>
                    <a:pt x="1368" y="10214"/>
                    <a:pt x="2067" y="10791"/>
                  </a:cubicBezTo>
                  <a:cubicBezTo>
                    <a:pt x="2827" y="11399"/>
                    <a:pt x="3800" y="11642"/>
                    <a:pt x="4742" y="11855"/>
                  </a:cubicBezTo>
                  <a:cubicBezTo>
                    <a:pt x="7551" y="12489"/>
                    <a:pt x="10419" y="12943"/>
                    <a:pt x="13289" y="13188"/>
                  </a:cubicBezTo>
                  <a:lnTo>
                    <a:pt x="13289" y="13188"/>
                  </a:lnTo>
                  <a:cubicBezTo>
                    <a:pt x="13437" y="14744"/>
                    <a:pt x="13527" y="16061"/>
                    <a:pt x="13617" y="16992"/>
                  </a:cubicBezTo>
                  <a:cubicBezTo>
                    <a:pt x="13648" y="17448"/>
                    <a:pt x="13678" y="17782"/>
                    <a:pt x="13709" y="18056"/>
                  </a:cubicBezTo>
                  <a:cubicBezTo>
                    <a:pt x="13709" y="18177"/>
                    <a:pt x="13739" y="18299"/>
                    <a:pt x="13769" y="18420"/>
                  </a:cubicBezTo>
                  <a:cubicBezTo>
                    <a:pt x="13769" y="18299"/>
                    <a:pt x="13739" y="18177"/>
                    <a:pt x="13739" y="18056"/>
                  </a:cubicBezTo>
                  <a:cubicBezTo>
                    <a:pt x="13709" y="17782"/>
                    <a:pt x="13709" y="17417"/>
                    <a:pt x="13678" y="16992"/>
                  </a:cubicBezTo>
                  <a:cubicBezTo>
                    <a:pt x="13587" y="16050"/>
                    <a:pt x="13526" y="14712"/>
                    <a:pt x="13405" y="13101"/>
                  </a:cubicBezTo>
                  <a:lnTo>
                    <a:pt x="13405" y="13040"/>
                  </a:lnTo>
                  <a:lnTo>
                    <a:pt x="13344" y="13040"/>
                  </a:lnTo>
                  <a:cubicBezTo>
                    <a:pt x="10456" y="12767"/>
                    <a:pt x="7569" y="12311"/>
                    <a:pt x="4742" y="11673"/>
                  </a:cubicBezTo>
                  <a:cubicBezTo>
                    <a:pt x="3830" y="11521"/>
                    <a:pt x="2949" y="11156"/>
                    <a:pt x="2189" y="10639"/>
                  </a:cubicBezTo>
                  <a:cubicBezTo>
                    <a:pt x="1520" y="10092"/>
                    <a:pt x="1034" y="9332"/>
                    <a:pt x="821" y="8512"/>
                  </a:cubicBezTo>
                  <a:cubicBezTo>
                    <a:pt x="608" y="7752"/>
                    <a:pt x="487" y="6961"/>
                    <a:pt x="426" y="6171"/>
                  </a:cubicBezTo>
                  <a:cubicBezTo>
                    <a:pt x="365" y="5442"/>
                    <a:pt x="304" y="4742"/>
                    <a:pt x="243" y="4104"/>
                  </a:cubicBezTo>
                  <a:cubicBezTo>
                    <a:pt x="152" y="2828"/>
                    <a:pt x="91" y="1825"/>
                    <a:pt x="61" y="1095"/>
                  </a:cubicBezTo>
                  <a:cubicBezTo>
                    <a:pt x="31" y="761"/>
                    <a:pt x="31" y="487"/>
                    <a:pt x="31" y="305"/>
                  </a:cubicBezTo>
                  <a:cubicBezTo>
                    <a:pt x="31" y="183"/>
                    <a:pt x="31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3"/>
            <p:cNvSpPr/>
            <p:nvPr/>
          </p:nvSpPr>
          <p:spPr>
            <a:xfrm>
              <a:off x="5049000" y="3765550"/>
              <a:ext cx="34200" cy="31175"/>
            </a:xfrm>
            <a:custGeom>
              <a:avLst/>
              <a:gdLst/>
              <a:ahLst/>
              <a:cxnLst/>
              <a:rect l="l" t="t" r="r" b="b"/>
              <a:pathLst>
                <a:path w="1368" h="1247" extrusionOk="0">
                  <a:moveTo>
                    <a:pt x="31" y="0"/>
                  </a:moveTo>
                  <a:cubicBezTo>
                    <a:pt x="0" y="31"/>
                    <a:pt x="365" y="213"/>
                    <a:pt x="760" y="578"/>
                  </a:cubicBezTo>
                  <a:cubicBezTo>
                    <a:pt x="973" y="791"/>
                    <a:pt x="1155" y="1003"/>
                    <a:pt x="1368" y="1246"/>
                  </a:cubicBezTo>
                  <a:cubicBezTo>
                    <a:pt x="1216" y="973"/>
                    <a:pt x="1034" y="699"/>
                    <a:pt x="790" y="517"/>
                  </a:cubicBezTo>
                  <a:cubicBezTo>
                    <a:pt x="578" y="274"/>
                    <a:pt x="304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3"/>
            <p:cNvSpPr/>
            <p:nvPr/>
          </p:nvSpPr>
          <p:spPr>
            <a:xfrm>
              <a:off x="5068750" y="3755675"/>
              <a:ext cx="4575" cy="27375"/>
            </a:xfrm>
            <a:custGeom>
              <a:avLst/>
              <a:gdLst/>
              <a:ahLst/>
              <a:cxnLst/>
              <a:rect l="l" t="t" r="r" b="b"/>
              <a:pathLst>
                <a:path w="183" h="1095" extrusionOk="0">
                  <a:moveTo>
                    <a:pt x="61" y="0"/>
                  </a:moveTo>
                  <a:cubicBezTo>
                    <a:pt x="0" y="182"/>
                    <a:pt x="0" y="365"/>
                    <a:pt x="31" y="547"/>
                  </a:cubicBezTo>
                  <a:cubicBezTo>
                    <a:pt x="31" y="730"/>
                    <a:pt x="61" y="912"/>
                    <a:pt x="152" y="1094"/>
                  </a:cubicBezTo>
                  <a:cubicBezTo>
                    <a:pt x="183" y="1094"/>
                    <a:pt x="122" y="851"/>
                    <a:pt x="92" y="547"/>
                  </a:cubicBezTo>
                  <a:cubicBezTo>
                    <a:pt x="122" y="365"/>
                    <a:pt x="92" y="182"/>
                    <a:pt x="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3"/>
            <p:cNvSpPr/>
            <p:nvPr/>
          </p:nvSpPr>
          <p:spPr>
            <a:xfrm>
              <a:off x="5056600" y="3786825"/>
              <a:ext cx="19025" cy="3825"/>
            </a:xfrm>
            <a:custGeom>
              <a:avLst/>
              <a:gdLst/>
              <a:ahLst/>
              <a:cxnLst/>
              <a:rect l="l" t="t" r="r" b="b"/>
              <a:pathLst>
                <a:path w="761" h="153" extrusionOk="0">
                  <a:moveTo>
                    <a:pt x="760" y="0"/>
                  </a:moveTo>
                  <a:cubicBezTo>
                    <a:pt x="638" y="0"/>
                    <a:pt x="517" y="0"/>
                    <a:pt x="395" y="31"/>
                  </a:cubicBezTo>
                  <a:cubicBezTo>
                    <a:pt x="243" y="31"/>
                    <a:pt x="122" y="91"/>
                    <a:pt x="0" y="152"/>
                  </a:cubicBezTo>
                  <a:cubicBezTo>
                    <a:pt x="122" y="152"/>
                    <a:pt x="274" y="152"/>
                    <a:pt x="395" y="122"/>
                  </a:cubicBezTo>
                  <a:cubicBezTo>
                    <a:pt x="517" y="91"/>
                    <a:pt x="638" y="61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3"/>
            <p:cNvSpPr/>
            <p:nvPr/>
          </p:nvSpPr>
          <p:spPr>
            <a:xfrm>
              <a:off x="5351425" y="4111250"/>
              <a:ext cx="28900" cy="36550"/>
            </a:xfrm>
            <a:custGeom>
              <a:avLst/>
              <a:gdLst/>
              <a:ahLst/>
              <a:cxnLst/>
              <a:rect l="l" t="t" r="r" b="b"/>
              <a:pathLst>
                <a:path w="1156" h="1462" extrusionOk="0">
                  <a:moveTo>
                    <a:pt x="1152" y="1"/>
                  </a:moveTo>
                  <a:cubicBezTo>
                    <a:pt x="1114" y="1"/>
                    <a:pt x="961" y="381"/>
                    <a:pt x="639" y="762"/>
                  </a:cubicBezTo>
                  <a:cubicBezTo>
                    <a:pt x="419" y="1070"/>
                    <a:pt x="198" y="1299"/>
                    <a:pt x="94" y="1402"/>
                  </a:cubicBezTo>
                  <a:lnTo>
                    <a:pt x="94" y="1402"/>
                  </a:lnTo>
                  <a:cubicBezTo>
                    <a:pt x="593" y="1067"/>
                    <a:pt x="955" y="575"/>
                    <a:pt x="1156" y="2"/>
                  </a:cubicBezTo>
                  <a:cubicBezTo>
                    <a:pt x="1155" y="1"/>
                    <a:pt x="1153" y="1"/>
                    <a:pt x="1152" y="1"/>
                  </a:cubicBezTo>
                  <a:close/>
                  <a:moveTo>
                    <a:pt x="94" y="1402"/>
                  </a:moveTo>
                  <a:cubicBezTo>
                    <a:pt x="63" y="1422"/>
                    <a:pt x="32" y="1442"/>
                    <a:pt x="1" y="1461"/>
                  </a:cubicBezTo>
                  <a:lnTo>
                    <a:pt x="31" y="1461"/>
                  </a:lnTo>
                  <a:cubicBezTo>
                    <a:pt x="31" y="1461"/>
                    <a:pt x="54" y="1440"/>
                    <a:pt x="94" y="140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3"/>
            <p:cNvSpPr/>
            <p:nvPr/>
          </p:nvSpPr>
          <p:spPr>
            <a:xfrm>
              <a:off x="5365100" y="4130300"/>
              <a:ext cx="26625" cy="5475"/>
            </a:xfrm>
            <a:custGeom>
              <a:avLst/>
              <a:gdLst/>
              <a:ahLst/>
              <a:cxnLst/>
              <a:rect l="l" t="t" r="r" b="b"/>
              <a:pathLst>
                <a:path w="1065" h="219" extrusionOk="0">
                  <a:moveTo>
                    <a:pt x="1065" y="0"/>
                  </a:moveTo>
                  <a:cubicBezTo>
                    <a:pt x="882" y="0"/>
                    <a:pt x="700" y="0"/>
                    <a:pt x="518" y="30"/>
                  </a:cubicBezTo>
                  <a:cubicBezTo>
                    <a:pt x="335" y="61"/>
                    <a:pt x="153" y="122"/>
                    <a:pt x="1" y="213"/>
                  </a:cubicBezTo>
                  <a:cubicBezTo>
                    <a:pt x="1" y="217"/>
                    <a:pt x="6" y="219"/>
                    <a:pt x="14" y="219"/>
                  </a:cubicBezTo>
                  <a:cubicBezTo>
                    <a:pt x="69" y="219"/>
                    <a:pt x="282" y="148"/>
                    <a:pt x="518" y="122"/>
                  </a:cubicBezTo>
                  <a:cubicBezTo>
                    <a:pt x="700" y="122"/>
                    <a:pt x="882" y="61"/>
                    <a:pt x="10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356000" y="4120400"/>
              <a:ext cx="5325" cy="19025"/>
            </a:xfrm>
            <a:custGeom>
              <a:avLst/>
              <a:gdLst/>
              <a:ahLst/>
              <a:cxnLst/>
              <a:rect l="l" t="t" r="r" b="b"/>
              <a:pathLst>
                <a:path w="213" h="761" extrusionOk="0">
                  <a:moveTo>
                    <a:pt x="0" y="1"/>
                  </a:moveTo>
                  <a:cubicBezTo>
                    <a:pt x="0" y="275"/>
                    <a:pt x="91" y="518"/>
                    <a:pt x="213" y="761"/>
                  </a:cubicBezTo>
                  <a:cubicBezTo>
                    <a:pt x="213" y="609"/>
                    <a:pt x="182" y="487"/>
                    <a:pt x="152" y="366"/>
                  </a:cubicBezTo>
                  <a:cubicBezTo>
                    <a:pt x="122" y="214"/>
                    <a:pt x="61" y="92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5028475" y="4050450"/>
              <a:ext cx="28150" cy="35800"/>
            </a:xfrm>
            <a:custGeom>
              <a:avLst/>
              <a:gdLst/>
              <a:ahLst/>
              <a:cxnLst/>
              <a:rect l="l" t="t" r="r" b="b"/>
              <a:pathLst>
                <a:path w="1126" h="1432" extrusionOk="0">
                  <a:moveTo>
                    <a:pt x="1124" y="1"/>
                  </a:moveTo>
                  <a:cubicBezTo>
                    <a:pt x="1112" y="1"/>
                    <a:pt x="932" y="382"/>
                    <a:pt x="639" y="762"/>
                  </a:cubicBezTo>
                  <a:cubicBezTo>
                    <a:pt x="335" y="1158"/>
                    <a:pt x="1" y="1431"/>
                    <a:pt x="1" y="1431"/>
                  </a:cubicBezTo>
                  <a:cubicBezTo>
                    <a:pt x="274" y="1279"/>
                    <a:pt x="517" y="1066"/>
                    <a:pt x="700" y="823"/>
                  </a:cubicBezTo>
                  <a:cubicBezTo>
                    <a:pt x="912" y="580"/>
                    <a:pt x="1034" y="307"/>
                    <a:pt x="1125" y="3"/>
                  </a:cubicBezTo>
                  <a:cubicBezTo>
                    <a:pt x="1125" y="1"/>
                    <a:pt x="1125" y="1"/>
                    <a:pt x="1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3"/>
            <p:cNvSpPr/>
            <p:nvPr/>
          </p:nvSpPr>
          <p:spPr>
            <a:xfrm>
              <a:off x="5041400" y="4069175"/>
              <a:ext cx="27375" cy="5675"/>
            </a:xfrm>
            <a:custGeom>
              <a:avLst/>
              <a:gdLst/>
              <a:ahLst/>
              <a:cxnLst/>
              <a:rect l="l" t="t" r="r" b="b"/>
              <a:pathLst>
                <a:path w="1095" h="227" extrusionOk="0">
                  <a:moveTo>
                    <a:pt x="929" y="1"/>
                  </a:moveTo>
                  <a:cubicBezTo>
                    <a:pt x="793" y="1"/>
                    <a:pt x="655" y="22"/>
                    <a:pt x="547" y="44"/>
                  </a:cubicBezTo>
                  <a:cubicBezTo>
                    <a:pt x="335" y="44"/>
                    <a:pt x="152" y="105"/>
                    <a:pt x="0" y="226"/>
                  </a:cubicBezTo>
                  <a:cubicBezTo>
                    <a:pt x="0" y="226"/>
                    <a:pt x="243" y="165"/>
                    <a:pt x="547" y="135"/>
                  </a:cubicBezTo>
                  <a:cubicBezTo>
                    <a:pt x="730" y="105"/>
                    <a:pt x="912" y="74"/>
                    <a:pt x="1094" y="13"/>
                  </a:cubicBezTo>
                  <a:cubicBezTo>
                    <a:pt x="1041" y="5"/>
                    <a:pt x="985" y="1"/>
                    <a:pt x="9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3"/>
            <p:cNvSpPr/>
            <p:nvPr/>
          </p:nvSpPr>
          <p:spPr>
            <a:xfrm>
              <a:off x="5032275" y="4059625"/>
              <a:ext cx="6100" cy="18250"/>
            </a:xfrm>
            <a:custGeom>
              <a:avLst/>
              <a:gdLst/>
              <a:ahLst/>
              <a:cxnLst/>
              <a:rect l="l" t="t" r="r" b="b"/>
              <a:pathLst>
                <a:path w="244" h="730" extrusionOk="0">
                  <a:moveTo>
                    <a:pt x="0" y="0"/>
                  </a:moveTo>
                  <a:cubicBezTo>
                    <a:pt x="0" y="122"/>
                    <a:pt x="31" y="274"/>
                    <a:pt x="92" y="395"/>
                  </a:cubicBezTo>
                  <a:cubicBezTo>
                    <a:pt x="92" y="517"/>
                    <a:pt x="152" y="639"/>
                    <a:pt x="244" y="730"/>
                  </a:cubicBezTo>
                  <a:cubicBezTo>
                    <a:pt x="213" y="608"/>
                    <a:pt x="213" y="487"/>
                    <a:pt x="152" y="395"/>
                  </a:cubicBezTo>
                  <a:cubicBezTo>
                    <a:pt x="122" y="243"/>
                    <a:pt x="92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205525" y="4065700"/>
              <a:ext cx="31950" cy="33450"/>
            </a:xfrm>
            <a:custGeom>
              <a:avLst/>
              <a:gdLst/>
              <a:ahLst/>
              <a:cxnLst/>
              <a:rect l="l" t="t" r="r" b="b"/>
              <a:pathLst>
                <a:path w="1278" h="1338" extrusionOk="0">
                  <a:moveTo>
                    <a:pt x="31" y="0"/>
                  </a:moveTo>
                  <a:lnTo>
                    <a:pt x="31" y="0"/>
                  </a:lnTo>
                  <a:cubicBezTo>
                    <a:pt x="1" y="0"/>
                    <a:pt x="365" y="244"/>
                    <a:pt x="700" y="608"/>
                  </a:cubicBezTo>
                  <a:cubicBezTo>
                    <a:pt x="1065" y="973"/>
                    <a:pt x="1247" y="1338"/>
                    <a:pt x="1277" y="1338"/>
                  </a:cubicBezTo>
                  <a:cubicBezTo>
                    <a:pt x="1156" y="1034"/>
                    <a:pt x="1004" y="791"/>
                    <a:pt x="791" y="548"/>
                  </a:cubicBezTo>
                  <a:cubicBezTo>
                    <a:pt x="578" y="304"/>
                    <a:pt x="305" y="122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5225300" y="4056575"/>
              <a:ext cx="3050" cy="27375"/>
            </a:xfrm>
            <a:custGeom>
              <a:avLst/>
              <a:gdLst/>
              <a:ahLst/>
              <a:cxnLst/>
              <a:rect l="l" t="t" r="r" b="b"/>
              <a:pathLst>
                <a:path w="122" h="1095" extrusionOk="0">
                  <a:moveTo>
                    <a:pt x="91" y="1"/>
                  </a:moveTo>
                  <a:cubicBezTo>
                    <a:pt x="30" y="183"/>
                    <a:pt x="0" y="365"/>
                    <a:pt x="30" y="548"/>
                  </a:cubicBezTo>
                  <a:cubicBezTo>
                    <a:pt x="0" y="730"/>
                    <a:pt x="30" y="943"/>
                    <a:pt x="91" y="1095"/>
                  </a:cubicBezTo>
                  <a:cubicBezTo>
                    <a:pt x="91" y="913"/>
                    <a:pt x="91" y="730"/>
                    <a:pt x="91" y="548"/>
                  </a:cubicBezTo>
                  <a:cubicBezTo>
                    <a:pt x="122" y="365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5211600" y="4087925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578" y="1"/>
                  </a:moveTo>
                  <a:cubicBezTo>
                    <a:pt x="518" y="1"/>
                    <a:pt x="457" y="8"/>
                    <a:pt x="396" y="23"/>
                  </a:cubicBezTo>
                  <a:cubicBezTo>
                    <a:pt x="274" y="23"/>
                    <a:pt x="122" y="54"/>
                    <a:pt x="1" y="115"/>
                  </a:cubicBezTo>
                  <a:lnTo>
                    <a:pt x="396" y="115"/>
                  </a:lnTo>
                  <a:cubicBezTo>
                    <a:pt x="518" y="115"/>
                    <a:pt x="639" y="84"/>
                    <a:pt x="761" y="23"/>
                  </a:cubicBezTo>
                  <a:cubicBezTo>
                    <a:pt x="700" y="8"/>
                    <a:pt x="639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3"/>
            <p:cNvSpPr/>
            <p:nvPr/>
          </p:nvSpPr>
          <p:spPr>
            <a:xfrm>
              <a:off x="4983650" y="3892450"/>
              <a:ext cx="31175" cy="34225"/>
            </a:xfrm>
            <a:custGeom>
              <a:avLst/>
              <a:gdLst/>
              <a:ahLst/>
              <a:cxnLst/>
              <a:rect l="l" t="t" r="r" b="b"/>
              <a:pathLst>
                <a:path w="1247" h="1369" extrusionOk="0">
                  <a:moveTo>
                    <a:pt x="0" y="0"/>
                  </a:moveTo>
                  <a:cubicBezTo>
                    <a:pt x="0" y="31"/>
                    <a:pt x="335" y="243"/>
                    <a:pt x="699" y="608"/>
                  </a:cubicBezTo>
                  <a:cubicBezTo>
                    <a:pt x="1034" y="1003"/>
                    <a:pt x="1246" y="1368"/>
                    <a:pt x="1246" y="1368"/>
                  </a:cubicBezTo>
                  <a:cubicBezTo>
                    <a:pt x="1003" y="760"/>
                    <a:pt x="578" y="30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3"/>
            <p:cNvSpPr/>
            <p:nvPr/>
          </p:nvSpPr>
          <p:spPr>
            <a:xfrm>
              <a:off x="5002650" y="3884075"/>
              <a:ext cx="3050" cy="27400"/>
            </a:xfrm>
            <a:custGeom>
              <a:avLst/>
              <a:gdLst/>
              <a:ahLst/>
              <a:cxnLst/>
              <a:rect l="l" t="t" r="r" b="b"/>
              <a:pathLst>
                <a:path w="122" h="1096" extrusionOk="0">
                  <a:moveTo>
                    <a:pt x="91" y="1"/>
                  </a:moveTo>
                  <a:cubicBezTo>
                    <a:pt x="30" y="183"/>
                    <a:pt x="30" y="366"/>
                    <a:pt x="30" y="548"/>
                  </a:cubicBezTo>
                  <a:cubicBezTo>
                    <a:pt x="0" y="730"/>
                    <a:pt x="30" y="943"/>
                    <a:pt x="122" y="1095"/>
                  </a:cubicBezTo>
                  <a:cubicBezTo>
                    <a:pt x="122" y="1095"/>
                    <a:pt x="91" y="852"/>
                    <a:pt x="122" y="548"/>
                  </a:cubicBezTo>
                  <a:cubicBezTo>
                    <a:pt x="122" y="366"/>
                    <a:pt x="122" y="183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3"/>
            <p:cNvSpPr/>
            <p:nvPr/>
          </p:nvSpPr>
          <p:spPr>
            <a:xfrm>
              <a:off x="4989725" y="3915250"/>
              <a:ext cx="19025" cy="2875"/>
            </a:xfrm>
            <a:custGeom>
              <a:avLst/>
              <a:gdLst/>
              <a:ahLst/>
              <a:cxnLst/>
              <a:rect l="l" t="t" r="r" b="b"/>
              <a:pathLst>
                <a:path w="761" h="115" extrusionOk="0">
                  <a:moveTo>
                    <a:pt x="760" y="0"/>
                  </a:moveTo>
                  <a:cubicBezTo>
                    <a:pt x="487" y="0"/>
                    <a:pt x="244" y="31"/>
                    <a:pt x="0" y="91"/>
                  </a:cubicBezTo>
                  <a:cubicBezTo>
                    <a:pt x="61" y="107"/>
                    <a:pt x="122" y="114"/>
                    <a:pt x="183" y="114"/>
                  </a:cubicBezTo>
                  <a:cubicBezTo>
                    <a:pt x="244" y="114"/>
                    <a:pt x="304" y="107"/>
                    <a:pt x="365" y="91"/>
                  </a:cubicBezTo>
                  <a:cubicBezTo>
                    <a:pt x="487" y="91"/>
                    <a:pt x="639" y="61"/>
                    <a:pt x="760" y="31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3"/>
            <p:cNvSpPr/>
            <p:nvPr/>
          </p:nvSpPr>
          <p:spPr>
            <a:xfrm>
              <a:off x="4987450" y="3711600"/>
              <a:ext cx="15975" cy="23575"/>
            </a:xfrm>
            <a:custGeom>
              <a:avLst/>
              <a:gdLst/>
              <a:ahLst/>
              <a:cxnLst/>
              <a:rect l="l" t="t" r="r" b="b"/>
              <a:pathLst>
                <a:path w="639" h="943" extrusionOk="0">
                  <a:moveTo>
                    <a:pt x="638" y="0"/>
                  </a:moveTo>
                  <a:cubicBezTo>
                    <a:pt x="517" y="152"/>
                    <a:pt x="426" y="304"/>
                    <a:pt x="335" y="486"/>
                  </a:cubicBezTo>
                  <a:cubicBezTo>
                    <a:pt x="213" y="638"/>
                    <a:pt x="91" y="790"/>
                    <a:pt x="0" y="942"/>
                  </a:cubicBezTo>
                  <a:cubicBezTo>
                    <a:pt x="152" y="821"/>
                    <a:pt x="304" y="699"/>
                    <a:pt x="395" y="517"/>
                  </a:cubicBezTo>
                  <a:cubicBezTo>
                    <a:pt x="517" y="365"/>
                    <a:pt x="578" y="213"/>
                    <a:pt x="6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3"/>
            <p:cNvSpPr/>
            <p:nvPr/>
          </p:nvSpPr>
          <p:spPr>
            <a:xfrm>
              <a:off x="5078625" y="3640150"/>
              <a:ext cx="14475" cy="27400"/>
            </a:xfrm>
            <a:custGeom>
              <a:avLst/>
              <a:gdLst/>
              <a:ahLst/>
              <a:cxnLst/>
              <a:rect l="l" t="t" r="r" b="b"/>
              <a:pathLst>
                <a:path w="579" h="1096" extrusionOk="0">
                  <a:moveTo>
                    <a:pt x="1" y="1"/>
                  </a:moveTo>
                  <a:lnTo>
                    <a:pt x="1" y="1"/>
                  </a:lnTo>
                  <a:cubicBezTo>
                    <a:pt x="61" y="183"/>
                    <a:pt x="153" y="366"/>
                    <a:pt x="244" y="548"/>
                  </a:cubicBezTo>
                  <a:cubicBezTo>
                    <a:pt x="335" y="730"/>
                    <a:pt x="426" y="913"/>
                    <a:pt x="578" y="1095"/>
                  </a:cubicBezTo>
                  <a:cubicBezTo>
                    <a:pt x="517" y="882"/>
                    <a:pt x="426" y="700"/>
                    <a:pt x="335" y="518"/>
                  </a:cubicBezTo>
                  <a:cubicBezTo>
                    <a:pt x="244" y="335"/>
                    <a:pt x="122" y="153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3"/>
            <p:cNvSpPr/>
            <p:nvPr/>
          </p:nvSpPr>
          <p:spPr>
            <a:xfrm>
              <a:off x="5196400" y="3724500"/>
              <a:ext cx="27400" cy="29675"/>
            </a:xfrm>
            <a:custGeom>
              <a:avLst/>
              <a:gdLst/>
              <a:ahLst/>
              <a:cxnLst/>
              <a:rect l="l" t="t" r="r" b="b"/>
              <a:pathLst>
                <a:path w="1096" h="1187" extrusionOk="0">
                  <a:moveTo>
                    <a:pt x="1095" y="1"/>
                  </a:moveTo>
                  <a:cubicBezTo>
                    <a:pt x="882" y="153"/>
                    <a:pt x="700" y="366"/>
                    <a:pt x="518" y="578"/>
                  </a:cubicBezTo>
                  <a:cubicBezTo>
                    <a:pt x="335" y="761"/>
                    <a:pt x="153" y="974"/>
                    <a:pt x="1" y="1186"/>
                  </a:cubicBezTo>
                  <a:cubicBezTo>
                    <a:pt x="214" y="1004"/>
                    <a:pt x="396" y="822"/>
                    <a:pt x="578" y="609"/>
                  </a:cubicBezTo>
                  <a:cubicBezTo>
                    <a:pt x="761" y="426"/>
                    <a:pt x="943" y="214"/>
                    <a:pt x="10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3"/>
            <p:cNvSpPr/>
            <p:nvPr/>
          </p:nvSpPr>
          <p:spPr>
            <a:xfrm>
              <a:off x="5189575" y="3862800"/>
              <a:ext cx="21300" cy="18275"/>
            </a:xfrm>
            <a:custGeom>
              <a:avLst/>
              <a:gdLst/>
              <a:ahLst/>
              <a:cxnLst/>
              <a:rect l="l" t="t" r="r" b="b"/>
              <a:pathLst>
                <a:path w="852" h="731" extrusionOk="0">
                  <a:moveTo>
                    <a:pt x="0" y="1"/>
                  </a:moveTo>
                  <a:cubicBezTo>
                    <a:pt x="61" y="183"/>
                    <a:pt x="183" y="335"/>
                    <a:pt x="335" y="457"/>
                  </a:cubicBezTo>
                  <a:cubicBezTo>
                    <a:pt x="487" y="578"/>
                    <a:pt x="639" y="670"/>
                    <a:pt x="851" y="730"/>
                  </a:cubicBezTo>
                  <a:cubicBezTo>
                    <a:pt x="851" y="700"/>
                    <a:pt x="639" y="578"/>
                    <a:pt x="396" y="396"/>
                  </a:cubicBezTo>
                  <a:cubicBezTo>
                    <a:pt x="152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3"/>
            <p:cNvSpPr/>
            <p:nvPr/>
          </p:nvSpPr>
          <p:spPr>
            <a:xfrm>
              <a:off x="5264800" y="3864325"/>
              <a:ext cx="6100" cy="22825"/>
            </a:xfrm>
            <a:custGeom>
              <a:avLst/>
              <a:gdLst/>
              <a:ahLst/>
              <a:cxnLst/>
              <a:rect l="l" t="t" r="r" b="b"/>
              <a:pathLst>
                <a:path w="244" h="913" extrusionOk="0">
                  <a:moveTo>
                    <a:pt x="244" y="1"/>
                  </a:moveTo>
                  <a:lnTo>
                    <a:pt x="244" y="1"/>
                  </a:lnTo>
                  <a:cubicBezTo>
                    <a:pt x="153" y="153"/>
                    <a:pt x="122" y="305"/>
                    <a:pt x="92" y="457"/>
                  </a:cubicBezTo>
                  <a:cubicBezTo>
                    <a:pt x="31" y="578"/>
                    <a:pt x="1" y="730"/>
                    <a:pt x="1" y="913"/>
                  </a:cubicBezTo>
                  <a:cubicBezTo>
                    <a:pt x="92" y="761"/>
                    <a:pt x="153" y="609"/>
                    <a:pt x="153" y="457"/>
                  </a:cubicBezTo>
                  <a:cubicBezTo>
                    <a:pt x="213" y="305"/>
                    <a:pt x="244" y="153"/>
                    <a:pt x="2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3"/>
            <p:cNvSpPr/>
            <p:nvPr/>
          </p:nvSpPr>
          <p:spPr>
            <a:xfrm>
              <a:off x="5176650" y="3978300"/>
              <a:ext cx="22075" cy="19025"/>
            </a:xfrm>
            <a:custGeom>
              <a:avLst/>
              <a:gdLst/>
              <a:ahLst/>
              <a:cxnLst/>
              <a:rect l="l" t="t" r="r" b="b"/>
              <a:pathLst>
                <a:path w="883" h="761" extrusionOk="0">
                  <a:moveTo>
                    <a:pt x="1" y="1"/>
                  </a:moveTo>
                  <a:lnTo>
                    <a:pt x="1" y="1"/>
                  </a:lnTo>
                  <a:cubicBezTo>
                    <a:pt x="122" y="153"/>
                    <a:pt x="274" y="305"/>
                    <a:pt x="426" y="396"/>
                  </a:cubicBezTo>
                  <a:cubicBezTo>
                    <a:pt x="548" y="548"/>
                    <a:pt x="730" y="670"/>
                    <a:pt x="882" y="761"/>
                  </a:cubicBezTo>
                  <a:cubicBezTo>
                    <a:pt x="761" y="609"/>
                    <a:pt x="639" y="457"/>
                    <a:pt x="487" y="335"/>
                  </a:cubicBezTo>
                  <a:cubicBezTo>
                    <a:pt x="335" y="214"/>
                    <a:pt x="183" y="9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3"/>
            <p:cNvSpPr/>
            <p:nvPr/>
          </p:nvSpPr>
          <p:spPr>
            <a:xfrm>
              <a:off x="5271650" y="4004900"/>
              <a:ext cx="3050" cy="18275"/>
            </a:xfrm>
            <a:custGeom>
              <a:avLst/>
              <a:gdLst/>
              <a:ahLst/>
              <a:cxnLst/>
              <a:rect l="l" t="t" r="r" b="b"/>
              <a:pathLst>
                <a:path w="122" h="731" extrusionOk="0">
                  <a:moveTo>
                    <a:pt x="61" y="1"/>
                  </a:moveTo>
                  <a:cubicBezTo>
                    <a:pt x="31" y="122"/>
                    <a:pt x="0" y="244"/>
                    <a:pt x="31" y="366"/>
                  </a:cubicBezTo>
                  <a:cubicBezTo>
                    <a:pt x="0" y="487"/>
                    <a:pt x="31" y="609"/>
                    <a:pt x="61" y="730"/>
                  </a:cubicBezTo>
                  <a:cubicBezTo>
                    <a:pt x="91" y="609"/>
                    <a:pt x="122" y="487"/>
                    <a:pt x="91" y="366"/>
                  </a:cubicBezTo>
                  <a:cubicBezTo>
                    <a:pt x="122" y="244"/>
                    <a:pt x="91" y="122"/>
                    <a:pt x="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3"/>
            <p:cNvSpPr/>
            <p:nvPr/>
          </p:nvSpPr>
          <p:spPr>
            <a:xfrm>
              <a:off x="5364350" y="3979825"/>
              <a:ext cx="33450" cy="13700"/>
            </a:xfrm>
            <a:custGeom>
              <a:avLst/>
              <a:gdLst/>
              <a:ahLst/>
              <a:cxnLst/>
              <a:rect l="l" t="t" r="r" b="b"/>
              <a:pathLst>
                <a:path w="1338" h="548" extrusionOk="0">
                  <a:moveTo>
                    <a:pt x="1338" y="1"/>
                  </a:moveTo>
                  <a:lnTo>
                    <a:pt x="1338" y="1"/>
                  </a:lnTo>
                  <a:cubicBezTo>
                    <a:pt x="1095" y="62"/>
                    <a:pt x="882" y="122"/>
                    <a:pt x="669" y="244"/>
                  </a:cubicBezTo>
                  <a:cubicBezTo>
                    <a:pt x="426" y="335"/>
                    <a:pt x="213" y="426"/>
                    <a:pt x="0" y="548"/>
                  </a:cubicBezTo>
                  <a:cubicBezTo>
                    <a:pt x="244" y="487"/>
                    <a:pt x="487" y="426"/>
                    <a:pt x="700" y="305"/>
                  </a:cubicBezTo>
                  <a:cubicBezTo>
                    <a:pt x="912" y="244"/>
                    <a:pt x="1125" y="122"/>
                    <a:pt x="133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3"/>
            <p:cNvSpPr/>
            <p:nvPr/>
          </p:nvSpPr>
          <p:spPr>
            <a:xfrm>
              <a:off x="5429700" y="3857500"/>
              <a:ext cx="3075" cy="26600"/>
            </a:xfrm>
            <a:custGeom>
              <a:avLst/>
              <a:gdLst/>
              <a:ahLst/>
              <a:cxnLst/>
              <a:rect l="l" t="t" r="r" b="b"/>
              <a:pathLst>
                <a:path w="123" h="1064" extrusionOk="0">
                  <a:moveTo>
                    <a:pt x="92" y="0"/>
                  </a:moveTo>
                  <a:cubicBezTo>
                    <a:pt x="31" y="152"/>
                    <a:pt x="31" y="334"/>
                    <a:pt x="31" y="517"/>
                  </a:cubicBezTo>
                  <a:cubicBezTo>
                    <a:pt x="0" y="699"/>
                    <a:pt x="31" y="882"/>
                    <a:pt x="61" y="1064"/>
                  </a:cubicBezTo>
                  <a:cubicBezTo>
                    <a:pt x="122" y="699"/>
                    <a:pt x="122" y="334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3"/>
            <p:cNvSpPr/>
            <p:nvPr/>
          </p:nvSpPr>
          <p:spPr>
            <a:xfrm>
              <a:off x="5350675" y="3793650"/>
              <a:ext cx="25850" cy="14475"/>
            </a:xfrm>
            <a:custGeom>
              <a:avLst/>
              <a:gdLst/>
              <a:ahLst/>
              <a:cxnLst/>
              <a:rect l="l" t="t" r="r" b="b"/>
              <a:pathLst>
                <a:path w="1034" h="579" extrusionOk="0">
                  <a:moveTo>
                    <a:pt x="0" y="1"/>
                  </a:moveTo>
                  <a:lnTo>
                    <a:pt x="0" y="1"/>
                  </a:lnTo>
                  <a:cubicBezTo>
                    <a:pt x="122" y="183"/>
                    <a:pt x="274" y="305"/>
                    <a:pt x="456" y="396"/>
                  </a:cubicBezTo>
                  <a:cubicBezTo>
                    <a:pt x="608" y="518"/>
                    <a:pt x="821" y="578"/>
                    <a:pt x="1003" y="578"/>
                  </a:cubicBezTo>
                  <a:cubicBezTo>
                    <a:pt x="1034" y="578"/>
                    <a:pt x="760" y="487"/>
                    <a:pt x="487" y="335"/>
                  </a:cubicBezTo>
                  <a:cubicBezTo>
                    <a:pt x="213" y="18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3"/>
            <p:cNvSpPr/>
            <p:nvPr/>
          </p:nvSpPr>
          <p:spPr>
            <a:xfrm>
              <a:off x="5385625" y="3680425"/>
              <a:ext cx="23575" cy="22075"/>
            </a:xfrm>
            <a:custGeom>
              <a:avLst/>
              <a:gdLst/>
              <a:ahLst/>
              <a:cxnLst/>
              <a:rect l="l" t="t" r="r" b="b"/>
              <a:pathLst>
                <a:path w="943" h="883" extrusionOk="0">
                  <a:moveTo>
                    <a:pt x="943" y="1"/>
                  </a:moveTo>
                  <a:lnTo>
                    <a:pt x="943" y="1"/>
                  </a:lnTo>
                  <a:cubicBezTo>
                    <a:pt x="760" y="92"/>
                    <a:pt x="578" y="244"/>
                    <a:pt x="426" y="396"/>
                  </a:cubicBezTo>
                  <a:cubicBezTo>
                    <a:pt x="274" y="548"/>
                    <a:pt x="122" y="700"/>
                    <a:pt x="0" y="882"/>
                  </a:cubicBezTo>
                  <a:cubicBezTo>
                    <a:pt x="183" y="761"/>
                    <a:pt x="335" y="609"/>
                    <a:pt x="487" y="457"/>
                  </a:cubicBezTo>
                  <a:cubicBezTo>
                    <a:pt x="669" y="305"/>
                    <a:pt x="821" y="153"/>
                    <a:pt x="9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3"/>
            <p:cNvSpPr/>
            <p:nvPr/>
          </p:nvSpPr>
          <p:spPr>
            <a:xfrm>
              <a:off x="5320275" y="3609000"/>
              <a:ext cx="22050" cy="6100"/>
            </a:xfrm>
            <a:custGeom>
              <a:avLst/>
              <a:gdLst/>
              <a:ahLst/>
              <a:cxnLst/>
              <a:rect l="l" t="t" r="r" b="b"/>
              <a:pathLst>
                <a:path w="882" h="244" extrusionOk="0">
                  <a:moveTo>
                    <a:pt x="0" y="1"/>
                  </a:moveTo>
                  <a:cubicBezTo>
                    <a:pt x="122" y="92"/>
                    <a:pt x="274" y="122"/>
                    <a:pt x="426" y="153"/>
                  </a:cubicBezTo>
                  <a:cubicBezTo>
                    <a:pt x="578" y="214"/>
                    <a:pt x="730" y="214"/>
                    <a:pt x="882" y="244"/>
                  </a:cubicBezTo>
                  <a:cubicBezTo>
                    <a:pt x="730" y="153"/>
                    <a:pt x="578" y="92"/>
                    <a:pt x="426" y="92"/>
                  </a:cubicBezTo>
                  <a:cubicBezTo>
                    <a:pt x="304" y="31"/>
                    <a:pt x="152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3"/>
            <p:cNvSpPr/>
            <p:nvPr/>
          </p:nvSpPr>
          <p:spPr>
            <a:xfrm>
              <a:off x="5202500" y="3561125"/>
              <a:ext cx="12925" cy="17500"/>
            </a:xfrm>
            <a:custGeom>
              <a:avLst/>
              <a:gdLst/>
              <a:ahLst/>
              <a:cxnLst/>
              <a:rect l="l" t="t" r="r" b="b"/>
              <a:pathLst>
                <a:path w="517" h="700" extrusionOk="0">
                  <a:moveTo>
                    <a:pt x="517" y="1"/>
                  </a:moveTo>
                  <a:lnTo>
                    <a:pt x="517" y="1"/>
                  </a:lnTo>
                  <a:cubicBezTo>
                    <a:pt x="395" y="92"/>
                    <a:pt x="304" y="214"/>
                    <a:pt x="213" y="335"/>
                  </a:cubicBezTo>
                  <a:cubicBezTo>
                    <a:pt x="122" y="426"/>
                    <a:pt x="31" y="548"/>
                    <a:pt x="0" y="700"/>
                  </a:cubicBezTo>
                  <a:cubicBezTo>
                    <a:pt x="91" y="609"/>
                    <a:pt x="213" y="487"/>
                    <a:pt x="274" y="366"/>
                  </a:cubicBezTo>
                  <a:cubicBezTo>
                    <a:pt x="365" y="274"/>
                    <a:pt x="456" y="153"/>
                    <a:pt x="5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3"/>
            <p:cNvSpPr/>
            <p:nvPr/>
          </p:nvSpPr>
          <p:spPr>
            <a:xfrm>
              <a:off x="5229850" y="3624975"/>
              <a:ext cx="14450" cy="23575"/>
            </a:xfrm>
            <a:custGeom>
              <a:avLst/>
              <a:gdLst/>
              <a:ahLst/>
              <a:cxnLst/>
              <a:rect l="l" t="t" r="r" b="b"/>
              <a:pathLst>
                <a:path w="578" h="943" extrusionOk="0">
                  <a:moveTo>
                    <a:pt x="0" y="0"/>
                  </a:moveTo>
                  <a:lnTo>
                    <a:pt x="0" y="0"/>
                  </a:lnTo>
                  <a:cubicBezTo>
                    <a:pt x="61" y="182"/>
                    <a:pt x="152" y="334"/>
                    <a:pt x="274" y="486"/>
                  </a:cubicBezTo>
                  <a:cubicBezTo>
                    <a:pt x="335" y="638"/>
                    <a:pt x="456" y="790"/>
                    <a:pt x="578" y="942"/>
                  </a:cubicBezTo>
                  <a:cubicBezTo>
                    <a:pt x="517" y="760"/>
                    <a:pt x="426" y="578"/>
                    <a:pt x="335" y="456"/>
                  </a:cubicBezTo>
                  <a:cubicBezTo>
                    <a:pt x="244" y="274"/>
                    <a:pt x="122" y="12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3"/>
            <p:cNvSpPr/>
            <p:nvPr/>
          </p:nvSpPr>
          <p:spPr>
            <a:xfrm>
              <a:off x="5146250" y="3754150"/>
              <a:ext cx="3075" cy="31925"/>
            </a:xfrm>
            <a:custGeom>
              <a:avLst/>
              <a:gdLst/>
              <a:ahLst/>
              <a:cxnLst/>
              <a:rect l="l" t="t" r="r" b="b"/>
              <a:pathLst>
                <a:path w="123" h="1277" extrusionOk="0">
                  <a:moveTo>
                    <a:pt x="31" y="0"/>
                  </a:moveTo>
                  <a:cubicBezTo>
                    <a:pt x="1" y="213"/>
                    <a:pt x="1" y="426"/>
                    <a:pt x="31" y="639"/>
                  </a:cubicBezTo>
                  <a:cubicBezTo>
                    <a:pt x="31" y="851"/>
                    <a:pt x="62" y="1064"/>
                    <a:pt x="122" y="1277"/>
                  </a:cubicBezTo>
                  <a:cubicBezTo>
                    <a:pt x="122" y="1064"/>
                    <a:pt x="122" y="851"/>
                    <a:pt x="92" y="639"/>
                  </a:cubicBezTo>
                  <a:cubicBezTo>
                    <a:pt x="92" y="426"/>
                    <a:pt x="92" y="213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3"/>
            <p:cNvSpPr/>
            <p:nvPr/>
          </p:nvSpPr>
          <p:spPr>
            <a:xfrm>
              <a:off x="5495050" y="3830900"/>
              <a:ext cx="19775" cy="13700"/>
            </a:xfrm>
            <a:custGeom>
              <a:avLst/>
              <a:gdLst/>
              <a:ahLst/>
              <a:cxnLst/>
              <a:rect l="l" t="t" r="r" b="b"/>
              <a:pathLst>
                <a:path w="791" h="548" extrusionOk="0">
                  <a:moveTo>
                    <a:pt x="0" y="0"/>
                  </a:moveTo>
                  <a:lnTo>
                    <a:pt x="0" y="0"/>
                  </a:lnTo>
                  <a:cubicBezTo>
                    <a:pt x="122" y="122"/>
                    <a:pt x="244" y="213"/>
                    <a:pt x="365" y="304"/>
                  </a:cubicBezTo>
                  <a:cubicBezTo>
                    <a:pt x="517" y="395"/>
                    <a:pt x="639" y="487"/>
                    <a:pt x="791" y="547"/>
                  </a:cubicBezTo>
                  <a:cubicBezTo>
                    <a:pt x="700" y="426"/>
                    <a:pt x="578" y="304"/>
                    <a:pt x="426" y="243"/>
                  </a:cubicBezTo>
                  <a:cubicBezTo>
                    <a:pt x="304" y="122"/>
                    <a:pt x="152" y="3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3"/>
            <p:cNvSpPr/>
            <p:nvPr/>
          </p:nvSpPr>
          <p:spPr>
            <a:xfrm>
              <a:off x="5467700" y="3957800"/>
              <a:ext cx="6850" cy="26625"/>
            </a:xfrm>
            <a:custGeom>
              <a:avLst/>
              <a:gdLst/>
              <a:ahLst/>
              <a:cxnLst/>
              <a:rect l="l" t="t" r="r" b="b"/>
              <a:pathLst>
                <a:path w="274" h="1065" extrusionOk="0">
                  <a:moveTo>
                    <a:pt x="274" y="0"/>
                  </a:moveTo>
                  <a:cubicBezTo>
                    <a:pt x="183" y="183"/>
                    <a:pt x="122" y="335"/>
                    <a:pt x="91" y="517"/>
                  </a:cubicBezTo>
                  <a:cubicBezTo>
                    <a:pt x="31" y="699"/>
                    <a:pt x="0" y="882"/>
                    <a:pt x="0" y="1064"/>
                  </a:cubicBezTo>
                  <a:cubicBezTo>
                    <a:pt x="61" y="912"/>
                    <a:pt x="122" y="730"/>
                    <a:pt x="183" y="547"/>
                  </a:cubicBezTo>
                  <a:cubicBezTo>
                    <a:pt x="243" y="365"/>
                    <a:pt x="274" y="183"/>
                    <a:pt x="2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3"/>
            <p:cNvSpPr/>
            <p:nvPr/>
          </p:nvSpPr>
          <p:spPr>
            <a:xfrm>
              <a:off x="5493525" y="4010225"/>
              <a:ext cx="26625" cy="15225"/>
            </a:xfrm>
            <a:custGeom>
              <a:avLst/>
              <a:gdLst/>
              <a:ahLst/>
              <a:cxnLst/>
              <a:rect l="l" t="t" r="r" b="b"/>
              <a:pathLst>
                <a:path w="1065" h="609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22"/>
                    <a:pt x="335" y="244"/>
                    <a:pt x="517" y="335"/>
                  </a:cubicBezTo>
                  <a:cubicBezTo>
                    <a:pt x="700" y="457"/>
                    <a:pt x="882" y="548"/>
                    <a:pt x="1065" y="609"/>
                  </a:cubicBezTo>
                  <a:cubicBezTo>
                    <a:pt x="913" y="457"/>
                    <a:pt x="730" y="365"/>
                    <a:pt x="548" y="274"/>
                  </a:cubicBezTo>
                  <a:cubicBezTo>
                    <a:pt x="396" y="153"/>
                    <a:pt x="213" y="6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3"/>
            <p:cNvSpPr/>
            <p:nvPr/>
          </p:nvSpPr>
          <p:spPr>
            <a:xfrm>
              <a:off x="5109775" y="4204000"/>
              <a:ext cx="25100" cy="20550"/>
            </a:xfrm>
            <a:custGeom>
              <a:avLst/>
              <a:gdLst/>
              <a:ahLst/>
              <a:cxnLst/>
              <a:rect l="l" t="t" r="r" b="b"/>
              <a:pathLst>
                <a:path w="1004" h="822" extrusionOk="0">
                  <a:moveTo>
                    <a:pt x="1004" y="0"/>
                  </a:moveTo>
                  <a:lnTo>
                    <a:pt x="1004" y="0"/>
                  </a:lnTo>
                  <a:cubicBezTo>
                    <a:pt x="822" y="92"/>
                    <a:pt x="639" y="213"/>
                    <a:pt x="487" y="365"/>
                  </a:cubicBezTo>
                  <a:cubicBezTo>
                    <a:pt x="305" y="487"/>
                    <a:pt x="153" y="639"/>
                    <a:pt x="1" y="821"/>
                  </a:cubicBezTo>
                  <a:cubicBezTo>
                    <a:pt x="183" y="700"/>
                    <a:pt x="366" y="578"/>
                    <a:pt x="548" y="426"/>
                  </a:cubicBezTo>
                  <a:cubicBezTo>
                    <a:pt x="700" y="304"/>
                    <a:pt x="882" y="152"/>
                    <a:pt x="10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3"/>
            <p:cNvSpPr/>
            <p:nvPr/>
          </p:nvSpPr>
          <p:spPr>
            <a:xfrm>
              <a:off x="5209325" y="4212350"/>
              <a:ext cx="17500" cy="18275"/>
            </a:xfrm>
            <a:custGeom>
              <a:avLst/>
              <a:gdLst/>
              <a:ahLst/>
              <a:cxnLst/>
              <a:rect l="l" t="t" r="r" b="b"/>
              <a:pathLst>
                <a:path w="700" h="731" extrusionOk="0">
                  <a:moveTo>
                    <a:pt x="1" y="1"/>
                  </a:moveTo>
                  <a:lnTo>
                    <a:pt x="1" y="1"/>
                  </a:lnTo>
                  <a:cubicBezTo>
                    <a:pt x="92" y="153"/>
                    <a:pt x="183" y="274"/>
                    <a:pt x="305" y="396"/>
                  </a:cubicBezTo>
                  <a:cubicBezTo>
                    <a:pt x="412" y="503"/>
                    <a:pt x="519" y="610"/>
                    <a:pt x="646" y="696"/>
                  </a:cubicBezTo>
                  <a:lnTo>
                    <a:pt x="646" y="696"/>
                  </a:lnTo>
                  <a:cubicBezTo>
                    <a:pt x="469" y="437"/>
                    <a:pt x="263" y="205"/>
                    <a:pt x="1" y="1"/>
                  </a:cubicBezTo>
                  <a:close/>
                  <a:moveTo>
                    <a:pt x="646" y="696"/>
                  </a:moveTo>
                  <a:cubicBezTo>
                    <a:pt x="654" y="708"/>
                    <a:pt x="662" y="719"/>
                    <a:pt x="669" y="730"/>
                  </a:cubicBezTo>
                  <a:lnTo>
                    <a:pt x="700" y="730"/>
                  </a:lnTo>
                  <a:cubicBezTo>
                    <a:pt x="682" y="719"/>
                    <a:pt x="664" y="708"/>
                    <a:pt x="646" y="69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3"/>
            <p:cNvSpPr/>
            <p:nvPr/>
          </p:nvSpPr>
          <p:spPr>
            <a:xfrm>
              <a:off x="5005675" y="4161450"/>
              <a:ext cx="21300" cy="12175"/>
            </a:xfrm>
            <a:custGeom>
              <a:avLst/>
              <a:gdLst/>
              <a:ahLst/>
              <a:cxnLst/>
              <a:rect l="l" t="t" r="r" b="b"/>
              <a:pathLst>
                <a:path w="852" h="487" extrusionOk="0">
                  <a:moveTo>
                    <a:pt x="852" y="0"/>
                  </a:moveTo>
                  <a:cubicBezTo>
                    <a:pt x="821" y="0"/>
                    <a:pt x="669" y="152"/>
                    <a:pt x="457" y="274"/>
                  </a:cubicBezTo>
                  <a:cubicBezTo>
                    <a:pt x="213" y="426"/>
                    <a:pt x="1" y="456"/>
                    <a:pt x="1" y="487"/>
                  </a:cubicBezTo>
                  <a:cubicBezTo>
                    <a:pt x="335" y="487"/>
                    <a:pt x="669" y="304"/>
                    <a:pt x="8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3"/>
            <p:cNvSpPr/>
            <p:nvPr/>
          </p:nvSpPr>
          <p:spPr>
            <a:xfrm>
              <a:off x="4979850" y="3798975"/>
              <a:ext cx="26625" cy="22075"/>
            </a:xfrm>
            <a:custGeom>
              <a:avLst/>
              <a:gdLst/>
              <a:ahLst/>
              <a:cxnLst/>
              <a:rect l="l" t="t" r="r" b="b"/>
              <a:pathLst>
                <a:path w="1065" h="883" extrusionOk="0">
                  <a:moveTo>
                    <a:pt x="0" y="1"/>
                  </a:moveTo>
                  <a:cubicBezTo>
                    <a:pt x="152" y="183"/>
                    <a:pt x="335" y="335"/>
                    <a:pt x="517" y="487"/>
                  </a:cubicBezTo>
                  <a:cubicBezTo>
                    <a:pt x="669" y="639"/>
                    <a:pt x="851" y="761"/>
                    <a:pt x="1064" y="882"/>
                  </a:cubicBezTo>
                  <a:cubicBezTo>
                    <a:pt x="912" y="730"/>
                    <a:pt x="760" y="548"/>
                    <a:pt x="547" y="426"/>
                  </a:cubicBezTo>
                  <a:cubicBezTo>
                    <a:pt x="395" y="274"/>
                    <a:pt x="213" y="12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3"/>
            <p:cNvSpPr/>
            <p:nvPr/>
          </p:nvSpPr>
          <p:spPr>
            <a:xfrm>
              <a:off x="5060400" y="3868900"/>
              <a:ext cx="28125" cy="25850"/>
            </a:xfrm>
            <a:custGeom>
              <a:avLst/>
              <a:gdLst/>
              <a:ahLst/>
              <a:cxnLst/>
              <a:rect l="l" t="t" r="r" b="b"/>
              <a:pathLst>
                <a:path w="1125" h="1034" extrusionOk="0">
                  <a:moveTo>
                    <a:pt x="1125" y="0"/>
                  </a:moveTo>
                  <a:lnTo>
                    <a:pt x="1125" y="0"/>
                  </a:lnTo>
                  <a:cubicBezTo>
                    <a:pt x="912" y="122"/>
                    <a:pt x="699" y="304"/>
                    <a:pt x="547" y="486"/>
                  </a:cubicBezTo>
                  <a:cubicBezTo>
                    <a:pt x="334" y="669"/>
                    <a:pt x="152" y="851"/>
                    <a:pt x="0" y="1033"/>
                  </a:cubicBezTo>
                  <a:cubicBezTo>
                    <a:pt x="213" y="912"/>
                    <a:pt x="426" y="730"/>
                    <a:pt x="608" y="547"/>
                  </a:cubicBezTo>
                  <a:cubicBezTo>
                    <a:pt x="790" y="365"/>
                    <a:pt x="973" y="182"/>
                    <a:pt x="11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3"/>
            <p:cNvSpPr/>
            <p:nvPr/>
          </p:nvSpPr>
          <p:spPr>
            <a:xfrm>
              <a:off x="4988950" y="3981350"/>
              <a:ext cx="31200" cy="22075"/>
            </a:xfrm>
            <a:custGeom>
              <a:avLst/>
              <a:gdLst/>
              <a:ahLst/>
              <a:cxnLst/>
              <a:rect l="l" t="t" r="r" b="b"/>
              <a:pathLst>
                <a:path w="1248" h="883" extrusionOk="0">
                  <a:moveTo>
                    <a:pt x="1" y="1"/>
                  </a:moveTo>
                  <a:lnTo>
                    <a:pt x="1" y="1"/>
                  </a:lnTo>
                  <a:cubicBezTo>
                    <a:pt x="153" y="183"/>
                    <a:pt x="335" y="365"/>
                    <a:pt x="578" y="517"/>
                  </a:cubicBezTo>
                  <a:cubicBezTo>
                    <a:pt x="761" y="669"/>
                    <a:pt x="974" y="791"/>
                    <a:pt x="1217" y="882"/>
                  </a:cubicBezTo>
                  <a:cubicBezTo>
                    <a:pt x="1247" y="882"/>
                    <a:pt x="943" y="700"/>
                    <a:pt x="609" y="456"/>
                  </a:cubicBezTo>
                  <a:cubicBezTo>
                    <a:pt x="426" y="274"/>
                    <a:pt x="214" y="122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3"/>
            <p:cNvSpPr/>
            <p:nvPr/>
          </p:nvSpPr>
          <p:spPr>
            <a:xfrm>
              <a:off x="5112825" y="3995025"/>
              <a:ext cx="6100" cy="42575"/>
            </a:xfrm>
            <a:custGeom>
              <a:avLst/>
              <a:gdLst/>
              <a:ahLst/>
              <a:cxnLst/>
              <a:rect l="l" t="t" r="r" b="b"/>
              <a:pathLst>
                <a:path w="244" h="1703" extrusionOk="0">
                  <a:moveTo>
                    <a:pt x="0" y="1"/>
                  </a:moveTo>
                  <a:cubicBezTo>
                    <a:pt x="0" y="305"/>
                    <a:pt x="31" y="578"/>
                    <a:pt x="92" y="852"/>
                  </a:cubicBezTo>
                  <a:cubicBezTo>
                    <a:pt x="122" y="1156"/>
                    <a:pt x="152" y="1429"/>
                    <a:pt x="244" y="1703"/>
                  </a:cubicBezTo>
                  <a:cubicBezTo>
                    <a:pt x="244" y="1429"/>
                    <a:pt x="213" y="1125"/>
                    <a:pt x="152" y="852"/>
                  </a:cubicBezTo>
                  <a:cubicBezTo>
                    <a:pt x="122" y="578"/>
                    <a:pt x="61" y="274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3"/>
            <p:cNvSpPr/>
            <p:nvPr/>
          </p:nvSpPr>
          <p:spPr>
            <a:xfrm>
              <a:off x="5131050" y="4128000"/>
              <a:ext cx="35750" cy="8400"/>
            </a:xfrm>
            <a:custGeom>
              <a:avLst/>
              <a:gdLst/>
              <a:ahLst/>
              <a:cxnLst/>
              <a:rect l="l" t="t" r="r" b="b"/>
              <a:pathLst>
                <a:path w="1430" h="336" extrusionOk="0">
                  <a:moveTo>
                    <a:pt x="1430" y="1"/>
                  </a:moveTo>
                  <a:lnTo>
                    <a:pt x="1430" y="1"/>
                  </a:lnTo>
                  <a:cubicBezTo>
                    <a:pt x="1186" y="31"/>
                    <a:pt x="943" y="92"/>
                    <a:pt x="700" y="153"/>
                  </a:cubicBezTo>
                  <a:cubicBezTo>
                    <a:pt x="305" y="244"/>
                    <a:pt x="1" y="305"/>
                    <a:pt x="1" y="335"/>
                  </a:cubicBezTo>
                  <a:cubicBezTo>
                    <a:pt x="244" y="335"/>
                    <a:pt x="487" y="305"/>
                    <a:pt x="730" y="244"/>
                  </a:cubicBezTo>
                  <a:cubicBezTo>
                    <a:pt x="974" y="183"/>
                    <a:pt x="1186" y="92"/>
                    <a:pt x="143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43"/>
            <p:cNvSpPr/>
            <p:nvPr/>
          </p:nvSpPr>
          <p:spPr>
            <a:xfrm>
              <a:off x="5282275" y="4102175"/>
              <a:ext cx="19775" cy="38775"/>
            </a:xfrm>
            <a:custGeom>
              <a:avLst/>
              <a:gdLst/>
              <a:ahLst/>
              <a:cxnLst/>
              <a:rect l="l" t="t" r="r" b="b"/>
              <a:pathLst>
                <a:path w="791" h="1551" extrusionOk="0">
                  <a:moveTo>
                    <a:pt x="791" y="0"/>
                  </a:moveTo>
                  <a:cubicBezTo>
                    <a:pt x="609" y="244"/>
                    <a:pt x="487" y="517"/>
                    <a:pt x="365" y="791"/>
                  </a:cubicBezTo>
                  <a:cubicBezTo>
                    <a:pt x="213" y="1034"/>
                    <a:pt x="92" y="1277"/>
                    <a:pt x="1" y="1551"/>
                  </a:cubicBezTo>
                  <a:cubicBezTo>
                    <a:pt x="183" y="1307"/>
                    <a:pt x="305" y="1064"/>
                    <a:pt x="426" y="791"/>
                  </a:cubicBezTo>
                  <a:cubicBezTo>
                    <a:pt x="578" y="548"/>
                    <a:pt x="700" y="274"/>
                    <a:pt x="79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43"/>
            <p:cNvSpPr/>
            <p:nvPr/>
          </p:nvSpPr>
          <p:spPr>
            <a:xfrm>
              <a:off x="5349900" y="3774650"/>
              <a:ext cx="58550" cy="80575"/>
            </a:xfrm>
            <a:custGeom>
              <a:avLst/>
              <a:gdLst/>
              <a:ahLst/>
              <a:cxnLst/>
              <a:rect l="l" t="t" r="r" b="b"/>
              <a:pathLst>
                <a:path w="2342" h="3223" extrusionOk="0">
                  <a:moveTo>
                    <a:pt x="1977" y="1"/>
                  </a:moveTo>
                  <a:cubicBezTo>
                    <a:pt x="1369" y="92"/>
                    <a:pt x="882" y="183"/>
                    <a:pt x="548" y="244"/>
                  </a:cubicBezTo>
                  <a:cubicBezTo>
                    <a:pt x="366" y="244"/>
                    <a:pt x="183" y="275"/>
                    <a:pt x="31" y="335"/>
                  </a:cubicBezTo>
                  <a:cubicBezTo>
                    <a:pt x="214" y="335"/>
                    <a:pt x="396" y="335"/>
                    <a:pt x="578" y="305"/>
                  </a:cubicBezTo>
                  <a:cubicBezTo>
                    <a:pt x="897" y="276"/>
                    <a:pt x="1353" y="219"/>
                    <a:pt x="1894" y="162"/>
                  </a:cubicBezTo>
                  <a:lnTo>
                    <a:pt x="1894" y="162"/>
                  </a:lnTo>
                  <a:lnTo>
                    <a:pt x="2152" y="2227"/>
                  </a:lnTo>
                  <a:lnTo>
                    <a:pt x="2152" y="2227"/>
                  </a:lnTo>
                  <a:lnTo>
                    <a:pt x="2007" y="2372"/>
                  </a:lnTo>
                  <a:lnTo>
                    <a:pt x="1371" y="2981"/>
                  </a:lnTo>
                  <a:lnTo>
                    <a:pt x="1371" y="2981"/>
                  </a:lnTo>
                  <a:lnTo>
                    <a:pt x="330" y="2461"/>
                  </a:lnTo>
                  <a:lnTo>
                    <a:pt x="330" y="2461"/>
                  </a:lnTo>
                  <a:cubicBezTo>
                    <a:pt x="242" y="1866"/>
                    <a:pt x="182" y="1331"/>
                    <a:pt x="122" y="943"/>
                  </a:cubicBezTo>
                  <a:cubicBezTo>
                    <a:pt x="92" y="761"/>
                    <a:pt x="62" y="548"/>
                    <a:pt x="1" y="335"/>
                  </a:cubicBezTo>
                  <a:lnTo>
                    <a:pt x="1" y="335"/>
                  </a:lnTo>
                  <a:cubicBezTo>
                    <a:pt x="1" y="518"/>
                    <a:pt x="1" y="730"/>
                    <a:pt x="31" y="913"/>
                  </a:cubicBezTo>
                  <a:cubicBezTo>
                    <a:pt x="62" y="1308"/>
                    <a:pt x="92" y="1855"/>
                    <a:pt x="153" y="2524"/>
                  </a:cubicBezTo>
                  <a:lnTo>
                    <a:pt x="153" y="2554"/>
                  </a:lnTo>
                  <a:lnTo>
                    <a:pt x="214" y="2585"/>
                  </a:lnTo>
                  <a:cubicBezTo>
                    <a:pt x="578" y="2767"/>
                    <a:pt x="943" y="2980"/>
                    <a:pt x="1338" y="3193"/>
                  </a:cubicBezTo>
                  <a:lnTo>
                    <a:pt x="1399" y="3223"/>
                  </a:lnTo>
                  <a:lnTo>
                    <a:pt x="1460" y="3162"/>
                  </a:lnTo>
                  <a:lnTo>
                    <a:pt x="2129" y="2524"/>
                  </a:lnTo>
                  <a:lnTo>
                    <a:pt x="2311" y="2341"/>
                  </a:lnTo>
                  <a:lnTo>
                    <a:pt x="2341" y="2311"/>
                  </a:lnTo>
                  <a:lnTo>
                    <a:pt x="2341" y="2281"/>
                  </a:lnTo>
                  <a:cubicBezTo>
                    <a:pt x="2250" y="1460"/>
                    <a:pt x="2129" y="730"/>
                    <a:pt x="2037" y="92"/>
                  </a:cubicBezTo>
                  <a:lnTo>
                    <a:pt x="20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3"/>
            <p:cNvSpPr/>
            <p:nvPr/>
          </p:nvSpPr>
          <p:spPr>
            <a:xfrm>
              <a:off x="5352200" y="3799250"/>
              <a:ext cx="46375" cy="5450"/>
            </a:xfrm>
            <a:custGeom>
              <a:avLst/>
              <a:gdLst/>
              <a:ahLst/>
              <a:cxnLst/>
              <a:rect l="l" t="t" r="r" b="b"/>
              <a:pathLst>
                <a:path w="1855" h="218" extrusionOk="0">
                  <a:moveTo>
                    <a:pt x="1191" y="1"/>
                  </a:moveTo>
                  <a:cubicBezTo>
                    <a:pt x="792" y="1"/>
                    <a:pt x="390" y="55"/>
                    <a:pt x="0" y="172"/>
                  </a:cubicBezTo>
                  <a:cubicBezTo>
                    <a:pt x="152" y="202"/>
                    <a:pt x="304" y="218"/>
                    <a:pt x="456" y="218"/>
                  </a:cubicBezTo>
                  <a:cubicBezTo>
                    <a:pt x="608" y="218"/>
                    <a:pt x="760" y="202"/>
                    <a:pt x="912" y="172"/>
                  </a:cubicBezTo>
                  <a:cubicBezTo>
                    <a:pt x="1216" y="172"/>
                    <a:pt x="1550" y="142"/>
                    <a:pt x="1854" y="50"/>
                  </a:cubicBezTo>
                  <a:cubicBezTo>
                    <a:pt x="1636" y="18"/>
                    <a:pt x="1414" y="1"/>
                    <a:pt x="11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43"/>
            <p:cNvSpPr/>
            <p:nvPr/>
          </p:nvSpPr>
          <p:spPr>
            <a:xfrm>
              <a:off x="5701875" y="4073975"/>
              <a:ext cx="43200" cy="37925"/>
            </a:xfrm>
            <a:custGeom>
              <a:avLst/>
              <a:gdLst/>
              <a:ahLst/>
              <a:cxnLst/>
              <a:rect l="l" t="t" r="r" b="b"/>
              <a:pathLst>
                <a:path w="1728" h="1517" extrusionOk="0">
                  <a:moveTo>
                    <a:pt x="851" y="1"/>
                  </a:moveTo>
                  <a:cubicBezTo>
                    <a:pt x="399" y="1"/>
                    <a:pt x="1" y="405"/>
                    <a:pt x="117" y="916"/>
                  </a:cubicBezTo>
                  <a:cubicBezTo>
                    <a:pt x="205" y="1302"/>
                    <a:pt x="536" y="1516"/>
                    <a:pt x="871" y="1516"/>
                  </a:cubicBezTo>
                  <a:cubicBezTo>
                    <a:pt x="1115" y="1516"/>
                    <a:pt x="1361" y="1402"/>
                    <a:pt x="1515" y="1159"/>
                  </a:cubicBezTo>
                  <a:cubicBezTo>
                    <a:pt x="1728" y="794"/>
                    <a:pt x="1636" y="338"/>
                    <a:pt x="1272" y="125"/>
                  </a:cubicBezTo>
                  <a:cubicBezTo>
                    <a:pt x="1135" y="39"/>
                    <a:pt x="990" y="1"/>
                    <a:pt x="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43"/>
            <p:cNvSpPr/>
            <p:nvPr/>
          </p:nvSpPr>
          <p:spPr>
            <a:xfrm>
              <a:off x="1127175" y="4507950"/>
              <a:ext cx="182450" cy="235375"/>
            </a:xfrm>
            <a:custGeom>
              <a:avLst/>
              <a:gdLst/>
              <a:ahLst/>
              <a:cxnLst/>
              <a:rect l="l" t="t" r="r" b="b"/>
              <a:pathLst>
                <a:path w="7298" h="9415" extrusionOk="0">
                  <a:moveTo>
                    <a:pt x="2949" y="1"/>
                  </a:moveTo>
                  <a:lnTo>
                    <a:pt x="1" y="3101"/>
                  </a:lnTo>
                  <a:lnTo>
                    <a:pt x="214" y="3344"/>
                  </a:lnTo>
                  <a:cubicBezTo>
                    <a:pt x="1278" y="4469"/>
                    <a:pt x="5624" y="8907"/>
                    <a:pt x="6566" y="9363"/>
                  </a:cubicBezTo>
                  <a:cubicBezTo>
                    <a:pt x="6635" y="9398"/>
                    <a:pt x="6688" y="9414"/>
                    <a:pt x="6727" y="9414"/>
                  </a:cubicBezTo>
                  <a:cubicBezTo>
                    <a:pt x="7297" y="9414"/>
                    <a:pt x="4955" y="5928"/>
                    <a:pt x="4955" y="5928"/>
                  </a:cubicBezTo>
                  <a:lnTo>
                    <a:pt x="6962" y="3800"/>
                  </a:lnTo>
                  <a:lnTo>
                    <a:pt x="2949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43"/>
            <p:cNvSpPr/>
            <p:nvPr/>
          </p:nvSpPr>
          <p:spPr>
            <a:xfrm>
              <a:off x="1128700" y="4556600"/>
              <a:ext cx="44100" cy="63075"/>
            </a:xfrm>
            <a:custGeom>
              <a:avLst/>
              <a:gdLst/>
              <a:ahLst/>
              <a:cxnLst/>
              <a:rect l="l" t="t" r="r" b="b"/>
              <a:pathLst>
                <a:path w="1764" h="2523" extrusionOk="0">
                  <a:moveTo>
                    <a:pt x="1034" y="0"/>
                  </a:moveTo>
                  <a:lnTo>
                    <a:pt x="1" y="1125"/>
                  </a:lnTo>
                  <a:lnTo>
                    <a:pt x="1399" y="2523"/>
                  </a:lnTo>
                  <a:cubicBezTo>
                    <a:pt x="1673" y="2128"/>
                    <a:pt x="1764" y="1641"/>
                    <a:pt x="1703" y="1185"/>
                  </a:cubicBezTo>
                  <a:cubicBezTo>
                    <a:pt x="1642" y="730"/>
                    <a:pt x="1399" y="304"/>
                    <a:pt x="1034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3"/>
            <p:cNvSpPr/>
            <p:nvPr/>
          </p:nvSpPr>
          <p:spPr>
            <a:xfrm>
              <a:off x="1127175" y="4583950"/>
              <a:ext cx="177100" cy="160375"/>
            </a:xfrm>
            <a:custGeom>
              <a:avLst/>
              <a:gdLst/>
              <a:ahLst/>
              <a:cxnLst/>
              <a:rect l="l" t="t" r="r" b="b"/>
              <a:pathLst>
                <a:path w="7084" h="6415" extrusionOk="0">
                  <a:moveTo>
                    <a:pt x="92" y="0"/>
                  </a:moveTo>
                  <a:lnTo>
                    <a:pt x="1" y="61"/>
                  </a:lnTo>
                  <a:cubicBezTo>
                    <a:pt x="1812" y="2144"/>
                    <a:pt x="6351" y="6414"/>
                    <a:pt x="6741" y="6414"/>
                  </a:cubicBezTo>
                  <a:cubicBezTo>
                    <a:pt x="6744" y="6414"/>
                    <a:pt x="6746" y="6414"/>
                    <a:pt x="6749" y="6414"/>
                  </a:cubicBezTo>
                  <a:cubicBezTo>
                    <a:pt x="7083" y="6383"/>
                    <a:pt x="6202" y="4894"/>
                    <a:pt x="6202" y="4894"/>
                  </a:cubicBezTo>
                  <a:cubicBezTo>
                    <a:pt x="6150" y="4849"/>
                    <a:pt x="6083" y="4831"/>
                    <a:pt x="6011" y="4831"/>
                  </a:cubicBezTo>
                  <a:cubicBezTo>
                    <a:pt x="5740" y="4831"/>
                    <a:pt x="5381" y="5076"/>
                    <a:pt x="5381" y="5076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3"/>
            <p:cNvSpPr/>
            <p:nvPr/>
          </p:nvSpPr>
          <p:spPr>
            <a:xfrm>
              <a:off x="1127950" y="4582425"/>
              <a:ext cx="169475" cy="160350"/>
            </a:xfrm>
            <a:custGeom>
              <a:avLst/>
              <a:gdLst/>
              <a:ahLst/>
              <a:cxnLst/>
              <a:rect l="l" t="t" r="r" b="b"/>
              <a:pathLst>
                <a:path w="6779" h="6414" extrusionOk="0">
                  <a:moveTo>
                    <a:pt x="0" y="0"/>
                  </a:moveTo>
                  <a:cubicBezTo>
                    <a:pt x="0" y="31"/>
                    <a:pt x="31" y="31"/>
                    <a:pt x="31" y="61"/>
                  </a:cubicBezTo>
                  <a:lnTo>
                    <a:pt x="145" y="159"/>
                  </a:lnTo>
                  <a:lnTo>
                    <a:pt x="145" y="159"/>
                  </a:lnTo>
                  <a:lnTo>
                    <a:pt x="61" y="61"/>
                  </a:lnTo>
                  <a:lnTo>
                    <a:pt x="0" y="0"/>
                  </a:lnTo>
                  <a:close/>
                  <a:moveTo>
                    <a:pt x="145" y="159"/>
                  </a:moveTo>
                  <a:lnTo>
                    <a:pt x="244" y="274"/>
                  </a:lnTo>
                  <a:lnTo>
                    <a:pt x="943" y="973"/>
                  </a:lnTo>
                  <a:cubicBezTo>
                    <a:pt x="1520" y="1581"/>
                    <a:pt x="2371" y="2402"/>
                    <a:pt x="3283" y="3283"/>
                  </a:cubicBezTo>
                  <a:cubicBezTo>
                    <a:pt x="4225" y="4195"/>
                    <a:pt x="5107" y="4985"/>
                    <a:pt x="5745" y="5532"/>
                  </a:cubicBezTo>
                  <a:lnTo>
                    <a:pt x="6505" y="6201"/>
                  </a:lnTo>
                  <a:lnTo>
                    <a:pt x="6718" y="6353"/>
                  </a:lnTo>
                  <a:lnTo>
                    <a:pt x="6505" y="6171"/>
                  </a:lnTo>
                  <a:lnTo>
                    <a:pt x="5745" y="5502"/>
                  </a:lnTo>
                  <a:cubicBezTo>
                    <a:pt x="5107" y="4925"/>
                    <a:pt x="4256" y="4134"/>
                    <a:pt x="3314" y="3253"/>
                  </a:cubicBezTo>
                  <a:cubicBezTo>
                    <a:pt x="2402" y="2371"/>
                    <a:pt x="1551" y="1551"/>
                    <a:pt x="943" y="943"/>
                  </a:cubicBezTo>
                  <a:lnTo>
                    <a:pt x="244" y="244"/>
                  </a:lnTo>
                  <a:lnTo>
                    <a:pt x="145" y="159"/>
                  </a:lnTo>
                  <a:close/>
                  <a:moveTo>
                    <a:pt x="6718" y="6353"/>
                  </a:moveTo>
                  <a:cubicBezTo>
                    <a:pt x="6748" y="6414"/>
                    <a:pt x="6779" y="6414"/>
                    <a:pt x="6779" y="6414"/>
                  </a:cubicBezTo>
                  <a:lnTo>
                    <a:pt x="6718" y="635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3"/>
            <p:cNvSpPr/>
            <p:nvPr/>
          </p:nvSpPr>
          <p:spPr>
            <a:xfrm>
              <a:off x="1260175" y="4704475"/>
              <a:ext cx="24325" cy="7925"/>
            </a:xfrm>
            <a:custGeom>
              <a:avLst/>
              <a:gdLst/>
              <a:ahLst/>
              <a:cxnLst/>
              <a:rect l="l" t="t" r="r" b="b"/>
              <a:pathLst>
                <a:path w="973" h="317" extrusionOk="0">
                  <a:moveTo>
                    <a:pt x="672" y="0"/>
                  </a:moveTo>
                  <a:cubicBezTo>
                    <a:pt x="590" y="0"/>
                    <a:pt x="508" y="15"/>
                    <a:pt x="426" y="43"/>
                  </a:cubicBezTo>
                  <a:cubicBezTo>
                    <a:pt x="243" y="73"/>
                    <a:pt x="91" y="164"/>
                    <a:pt x="0" y="316"/>
                  </a:cubicBezTo>
                  <a:cubicBezTo>
                    <a:pt x="122" y="225"/>
                    <a:pt x="274" y="164"/>
                    <a:pt x="456" y="103"/>
                  </a:cubicBezTo>
                  <a:cubicBezTo>
                    <a:pt x="564" y="82"/>
                    <a:pt x="686" y="60"/>
                    <a:pt x="813" y="60"/>
                  </a:cubicBezTo>
                  <a:cubicBezTo>
                    <a:pt x="866" y="60"/>
                    <a:pt x="919" y="64"/>
                    <a:pt x="973" y="73"/>
                  </a:cubicBezTo>
                  <a:cubicBezTo>
                    <a:pt x="872" y="23"/>
                    <a:pt x="772" y="0"/>
                    <a:pt x="67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3"/>
            <p:cNvSpPr/>
            <p:nvPr/>
          </p:nvSpPr>
          <p:spPr>
            <a:xfrm>
              <a:off x="1244200" y="4666000"/>
              <a:ext cx="13725" cy="3825"/>
            </a:xfrm>
            <a:custGeom>
              <a:avLst/>
              <a:gdLst/>
              <a:ahLst/>
              <a:cxnLst/>
              <a:rect l="l" t="t" r="r" b="b"/>
              <a:pathLst>
                <a:path w="549" h="153" extrusionOk="0">
                  <a:moveTo>
                    <a:pt x="548" y="1"/>
                  </a:moveTo>
                  <a:cubicBezTo>
                    <a:pt x="548" y="1"/>
                    <a:pt x="426" y="1"/>
                    <a:pt x="274" y="62"/>
                  </a:cubicBezTo>
                  <a:cubicBezTo>
                    <a:pt x="183" y="62"/>
                    <a:pt x="92" y="92"/>
                    <a:pt x="1" y="153"/>
                  </a:cubicBezTo>
                  <a:cubicBezTo>
                    <a:pt x="92" y="153"/>
                    <a:pt x="183" y="153"/>
                    <a:pt x="274" y="123"/>
                  </a:cubicBezTo>
                  <a:cubicBezTo>
                    <a:pt x="426" y="92"/>
                    <a:pt x="548" y="31"/>
                    <a:pt x="54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3"/>
            <p:cNvSpPr/>
            <p:nvPr/>
          </p:nvSpPr>
          <p:spPr>
            <a:xfrm>
              <a:off x="1240400" y="4656900"/>
              <a:ext cx="11425" cy="1875"/>
            </a:xfrm>
            <a:custGeom>
              <a:avLst/>
              <a:gdLst/>
              <a:ahLst/>
              <a:cxnLst/>
              <a:rect l="l" t="t" r="r" b="b"/>
              <a:pathLst>
                <a:path w="457" h="75" extrusionOk="0">
                  <a:moveTo>
                    <a:pt x="244" y="0"/>
                  </a:moveTo>
                  <a:cubicBezTo>
                    <a:pt x="153" y="0"/>
                    <a:pt x="62" y="0"/>
                    <a:pt x="1" y="31"/>
                  </a:cubicBezTo>
                  <a:cubicBezTo>
                    <a:pt x="1" y="61"/>
                    <a:pt x="92" y="61"/>
                    <a:pt x="214" y="61"/>
                  </a:cubicBezTo>
                  <a:cubicBezTo>
                    <a:pt x="244" y="71"/>
                    <a:pt x="274" y="75"/>
                    <a:pt x="304" y="75"/>
                  </a:cubicBezTo>
                  <a:cubicBezTo>
                    <a:pt x="362" y="75"/>
                    <a:pt x="416" y="61"/>
                    <a:pt x="457" y="61"/>
                  </a:cubicBezTo>
                  <a:cubicBezTo>
                    <a:pt x="457" y="61"/>
                    <a:pt x="366" y="0"/>
                    <a:pt x="2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3"/>
            <p:cNvSpPr/>
            <p:nvPr/>
          </p:nvSpPr>
          <p:spPr>
            <a:xfrm>
              <a:off x="1244200" y="4643225"/>
              <a:ext cx="10675" cy="10050"/>
            </a:xfrm>
            <a:custGeom>
              <a:avLst/>
              <a:gdLst/>
              <a:ahLst/>
              <a:cxnLst/>
              <a:rect l="l" t="t" r="r" b="b"/>
              <a:pathLst>
                <a:path w="427" h="402" extrusionOk="0">
                  <a:moveTo>
                    <a:pt x="1" y="0"/>
                  </a:moveTo>
                  <a:cubicBezTo>
                    <a:pt x="1" y="0"/>
                    <a:pt x="62" y="122"/>
                    <a:pt x="183" y="243"/>
                  </a:cubicBezTo>
                  <a:cubicBezTo>
                    <a:pt x="289" y="322"/>
                    <a:pt x="371" y="401"/>
                    <a:pt x="411" y="401"/>
                  </a:cubicBezTo>
                  <a:cubicBezTo>
                    <a:pt x="417" y="401"/>
                    <a:pt x="422" y="399"/>
                    <a:pt x="426" y="395"/>
                  </a:cubicBezTo>
                  <a:cubicBezTo>
                    <a:pt x="426" y="395"/>
                    <a:pt x="335" y="304"/>
                    <a:pt x="244" y="182"/>
                  </a:cubicBezTo>
                  <a:cubicBezTo>
                    <a:pt x="122" y="61"/>
                    <a:pt x="3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3"/>
            <p:cNvSpPr/>
            <p:nvPr/>
          </p:nvSpPr>
          <p:spPr>
            <a:xfrm>
              <a:off x="1248000" y="4634850"/>
              <a:ext cx="11425" cy="12200"/>
            </a:xfrm>
            <a:custGeom>
              <a:avLst/>
              <a:gdLst/>
              <a:ahLst/>
              <a:cxnLst/>
              <a:rect l="l" t="t" r="r" b="b"/>
              <a:pathLst>
                <a:path w="457" h="488" extrusionOk="0">
                  <a:moveTo>
                    <a:pt x="31" y="1"/>
                  </a:moveTo>
                  <a:cubicBezTo>
                    <a:pt x="1" y="1"/>
                    <a:pt x="62" y="153"/>
                    <a:pt x="214" y="305"/>
                  </a:cubicBezTo>
                  <a:cubicBezTo>
                    <a:pt x="274" y="396"/>
                    <a:pt x="366" y="457"/>
                    <a:pt x="457" y="487"/>
                  </a:cubicBezTo>
                  <a:cubicBezTo>
                    <a:pt x="457" y="487"/>
                    <a:pt x="366" y="396"/>
                    <a:pt x="244" y="244"/>
                  </a:cubicBezTo>
                  <a:cubicBezTo>
                    <a:pt x="183" y="153"/>
                    <a:pt x="122" y="92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3"/>
            <p:cNvSpPr/>
            <p:nvPr/>
          </p:nvSpPr>
          <p:spPr>
            <a:xfrm>
              <a:off x="1255600" y="4662675"/>
              <a:ext cx="25875" cy="14750"/>
            </a:xfrm>
            <a:custGeom>
              <a:avLst/>
              <a:gdLst/>
              <a:ahLst/>
              <a:cxnLst/>
              <a:rect l="l" t="t" r="r" b="b"/>
              <a:pathLst>
                <a:path w="1035" h="590" extrusionOk="0">
                  <a:moveTo>
                    <a:pt x="305" y="43"/>
                  </a:moveTo>
                  <a:cubicBezTo>
                    <a:pt x="426" y="43"/>
                    <a:pt x="578" y="73"/>
                    <a:pt x="670" y="134"/>
                  </a:cubicBezTo>
                  <a:cubicBezTo>
                    <a:pt x="791" y="195"/>
                    <a:pt x="913" y="286"/>
                    <a:pt x="974" y="438"/>
                  </a:cubicBezTo>
                  <a:cubicBezTo>
                    <a:pt x="974" y="499"/>
                    <a:pt x="913" y="529"/>
                    <a:pt x="852" y="529"/>
                  </a:cubicBezTo>
                  <a:cubicBezTo>
                    <a:pt x="761" y="499"/>
                    <a:pt x="700" y="468"/>
                    <a:pt x="639" y="438"/>
                  </a:cubicBezTo>
                  <a:cubicBezTo>
                    <a:pt x="518" y="377"/>
                    <a:pt x="396" y="316"/>
                    <a:pt x="305" y="256"/>
                  </a:cubicBezTo>
                  <a:cubicBezTo>
                    <a:pt x="217" y="197"/>
                    <a:pt x="150" y="145"/>
                    <a:pt x="104" y="111"/>
                  </a:cubicBezTo>
                  <a:lnTo>
                    <a:pt x="104" y="111"/>
                  </a:lnTo>
                  <a:cubicBezTo>
                    <a:pt x="173" y="82"/>
                    <a:pt x="245" y="63"/>
                    <a:pt x="305" y="43"/>
                  </a:cubicBezTo>
                  <a:close/>
                  <a:moveTo>
                    <a:pt x="422" y="1"/>
                  </a:moveTo>
                  <a:cubicBezTo>
                    <a:pt x="383" y="1"/>
                    <a:pt x="344" y="5"/>
                    <a:pt x="305" y="12"/>
                  </a:cubicBezTo>
                  <a:cubicBezTo>
                    <a:pt x="220" y="12"/>
                    <a:pt x="161" y="39"/>
                    <a:pt x="79" y="92"/>
                  </a:cubicBezTo>
                  <a:lnTo>
                    <a:pt x="79" y="92"/>
                  </a:lnTo>
                  <a:cubicBezTo>
                    <a:pt x="57" y="76"/>
                    <a:pt x="43" y="67"/>
                    <a:pt x="36" y="67"/>
                  </a:cubicBezTo>
                  <a:cubicBezTo>
                    <a:pt x="33" y="67"/>
                    <a:pt x="31" y="69"/>
                    <a:pt x="31" y="73"/>
                  </a:cubicBezTo>
                  <a:cubicBezTo>
                    <a:pt x="39" y="85"/>
                    <a:pt x="47" y="96"/>
                    <a:pt x="56" y="107"/>
                  </a:cubicBezTo>
                  <a:lnTo>
                    <a:pt x="56" y="107"/>
                  </a:lnTo>
                  <a:cubicBezTo>
                    <a:pt x="1" y="136"/>
                    <a:pt x="1" y="164"/>
                    <a:pt x="1" y="164"/>
                  </a:cubicBezTo>
                  <a:cubicBezTo>
                    <a:pt x="23" y="150"/>
                    <a:pt x="47" y="137"/>
                    <a:pt x="71" y="125"/>
                  </a:cubicBezTo>
                  <a:lnTo>
                    <a:pt x="71" y="125"/>
                  </a:lnTo>
                  <a:cubicBezTo>
                    <a:pt x="129" y="190"/>
                    <a:pt x="202" y="244"/>
                    <a:pt x="274" y="316"/>
                  </a:cubicBezTo>
                  <a:cubicBezTo>
                    <a:pt x="396" y="377"/>
                    <a:pt x="487" y="438"/>
                    <a:pt x="609" y="499"/>
                  </a:cubicBezTo>
                  <a:cubicBezTo>
                    <a:pt x="670" y="529"/>
                    <a:pt x="761" y="560"/>
                    <a:pt x="822" y="590"/>
                  </a:cubicBezTo>
                  <a:cubicBezTo>
                    <a:pt x="882" y="590"/>
                    <a:pt x="913" y="590"/>
                    <a:pt x="974" y="560"/>
                  </a:cubicBezTo>
                  <a:cubicBezTo>
                    <a:pt x="1004" y="529"/>
                    <a:pt x="1034" y="468"/>
                    <a:pt x="1034" y="438"/>
                  </a:cubicBezTo>
                  <a:cubicBezTo>
                    <a:pt x="928" y="173"/>
                    <a:pt x="684" y="1"/>
                    <a:pt x="4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3"/>
            <p:cNvSpPr/>
            <p:nvPr/>
          </p:nvSpPr>
          <p:spPr>
            <a:xfrm>
              <a:off x="1255600" y="4646950"/>
              <a:ext cx="9900" cy="19075"/>
            </a:xfrm>
            <a:custGeom>
              <a:avLst/>
              <a:gdLst/>
              <a:ahLst/>
              <a:cxnLst/>
              <a:rect l="l" t="t" r="r" b="b"/>
              <a:pathLst>
                <a:path w="396" h="763" extrusionOk="0">
                  <a:moveTo>
                    <a:pt x="212" y="0"/>
                  </a:moveTo>
                  <a:cubicBezTo>
                    <a:pt x="167" y="0"/>
                    <a:pt x="130" y="26"/>
                    <a:pt x="92" y="64"/>
                  </a:cubicBezTo>
                  <a:cubicBezTo>
                    <a:pt x="62" y="125"/>
                    <a:pt x="31" y="155"/>
                    <a:pt x="31" y="216"/>
                  </a:cubicBezTo>
                  <a:cubicBezTo>
                    <a:pt x="1" y="307"/>
                    <a:pt x="1" y="398"/>
                    <a:pt x="1" y="489"/>
                  </a:cubicBezTo>
                  <a:cubicBezTo>
                    <a:pt x="1" y="581"/>
                    <a:pt x="31" y="672"/>
                    <a:pt x="62" y="733"/>
                  </a:cubicBezTo>
                  <a:lnTo>
                    <a:pt x="62" y="489"/>
                  </a:lnTo>
                  <a:cubicBezTo>
                    <a:pt x="62" y="398"/>
                    <a:pt x="62" y="337"/>
                    <a:pt x="92" y="246"/>
                  </a:cubicBezTo>
                  <a:cubicBezTo>
                    <a:pt x="92" y="172"/>
                    <a:pt x="152" y="78"/>
                    <a:pt x="207" y="78"/>
                  </a:cubicBezTo>
                  <a:cubicBezTo>
                    <a:pt x="220" y="78"/>
                    <a:pt x="233" y="83"/>
                    <a:pt x="244" y="94"/>
                  </a:cubicBezTo>
                  <a:cubicBezTo>
                    <a:pt x="305" y="155"/>
                    <a:pt x="335" y="246"/>
                    <a:pt x="335" y="337"/>
                  </a:cubicBezTo>
                  <a:cubicBezTo>
                    <a:pt x="305" y="429"/>
                    <a:pt x="274" y="520"/>
                    <a:pt x="244" y="581"/>
                  </a:cubicBezTo>
                  <a:cubicBezTo>
                    <a:pt x="183" y="641"/>
                    <a:pt x="122" y="702"/>
                    <a:pt x="62" y="763"/>
                  </a:cubicBezTo>
                  <a:cubicBezTo>
                    <a:pt x="62" y="763"/>
                    <a:pt x="183" y="733"/>
                    <a:pt x="274" y="611"/>
                  </a:cubicBezTo>
                  <a:cubicBezTo>
                    <a:pt x="335" y="550"/>
                    <a:pt x="366" y="459"/>
                    <a:pt x="396" y="368"/>
                  </a:cubicBezTo>
                  <a:cubicBezTo>
                    <a:pt x="396" y="246"/>
                    <a:pt x="366" y="125"/>
                    <a:pt x="305" y="33"/>
                  </a:cubicBezTo>
                  <a:cubicBezTo>
                    <a:pt x="270" y="10"/>
                    <a:pt x="240" y="0"/>
                    <a:pt x="2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3"/>
            <p:cNvSpPr/>
            <p:nvPr/>
          </p:nvSpPr>
          <p:spPr>
            <a:xfrm>
              <a:off x="1155300" y="4556600"/>
              <a:ext cx="22825" cy="62325"/>
            </a:xfrm>
            <a:custGeom>
              <a:avLst/>
              <a:gdLst/>
              <a:ahLst/>
              <a:cxnLst/>
              <a:rect l="l" t="t" r="r" b="b"/>
              <a:pathLst>
                <a:path w="913" h="2493" extrusionOk="0">
                  <a:moveTo>
                    <a:pt x="1" y="0"/>
                  </a:moveTo>
                  <a:cubicBezTo>
                    <a:pt x="1" y="0"/>
                    <a:pt x="122" y="122"/>
                    <a:pt x="305" y="304"/>
                  </a:cubicBezTo>
                  <a:cubicBezTo>
                    <a:pt x="730" y="821"/>
                    <a:pt x="821" y="1520"/>
                    <a:pt x="548" y="2128"/>
                  </a:cubicBezTo>
                  <a:cubicBezTo>
                    <a:pt x="487" y="2249"/>
                    <a:pt x="426" y="2371"/>
                    <a:pt x="365" y="2492"/>
                  </a:cubicBezTo>
                  <a:cubicBezTo>
                    <a:pt x="365" y="2492"/>
                    <a:pt x="396" y="2462"/>
                    <a:pt x="426" y="2401"/>
                  </a:cubicBezTo>
                  <a:cubicBezTo>
                    <a:pt x="487" y="2310"/>
                    <a:pt x="548" y="2249"/>
                    <a:pt x="609" y="2158"/>
                  </a:cubicBezTo>
                  <a:cubicBezTo>
                    <a:pt x="912" y="1520"/>
                    <a:pt x="791" y="790"/>
                    <a:pt x="335" y="274"/>
                  </a:cubicBezTo>
                  <a:cubicBezTo>
                    <a:pt x="274" y="182"/>
                    <a:pt x="183" y="122"/>
                    <a:pt x="122" y="61"/>
                  </a:cubicBezTo>
                  <a:cubicBezTo>
                    <a:pt x="61" y="3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3"/>
            <p:cNvSpPr/>
            <p:nvPr/>
          </p:nvSpPr>
          <p:spPr>
            <a:xfrm>
              <a:off x="1165950" y="4525425"/>
              <a:ext cx="39525" cy="40300"/>
            </a:xfrm>
            <a:custGeom>
              <a:avLst/>
              <a:gdLst/>
              <a:ahLst/>
              <a:cxnLst/>
              <a:rect l="l" t="t" r="r" b="b"/>
              <a:pathLst>
                <a:path w="1581" h="1612" extrusionOk="0">
                  <a:moveTo>
                    <a:pt x="1581" y="1"/>
                  </a:moveTo>
                  <a:lnTo>
                    <a:pt x="1581" y="1"/>
                  </a:lnTo>
                  <a:cubicBezTo>
                    <a:pt x="1277" y="244"/>
                    <a:pt x="1003" y="487"/>
                    <a:pt x="760" y="761"/>
                  </a:cubicBezTo>
                  <a:cubicBezTo>
                    <a:pt x="486" y="1034"/>
                    <a:pt x="243" y="1308"/>
                    <a:pt x="0" y="1612"/>
                  </a:cubicBezTo>
                  <a:cubicBezTo>
                    <a:pt x="274" y="1369"/>
                    <a:pt x="547" y="1095"/>
                    <a:pt x="821" y="821"/>
                  </a:cubicBezTo>
                  <a:cubicBezTo>
                    <a:pt x="1064" y="548"/>
                    <a:pt x="1338" y="274"/>
                    <a:pt x="158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3"/>
            <p:cNvSpPr/>
            <p:nvPr/>
          </p:nvSpPr>
          <p:spPr>
            <a:xfrm>
              <a:off x="1185700" y="4621950"/>
              <a:ext cx="28900" cy="27375"/>
            </a:xfrm>
            <a:custGeom>
              <a:avLst/>
              <a:gdLst/>
              <a:ahLst/>
              <a:cxnLst/>
              <a:rect l="l" t="t" r="r" b="b"/>
              <a:pathLst>
                <a:path w="1156" h="1095" extrusionOk="0">
                  <a:moveTo>
                    <a:pt x="0" y="0"/>
                  </a:moveTo>
                  <a:cubicBezTo>
                    <a:pt x="152" y="213"/>
                    <a:pt x="335" y="426"/>
                    <a:pt x="517" y="608"/>
                  </a:cubicBezTo>
                  <a:cubicBezTo>
                    <a:pt x="730" y="790"/>
                    <a:pt x="912" y="973"/>
                    <a:pt x="1155" y="1094"/>
                  </a:cubicBezTo>
                  <a:cubicBezTo>
                    <a:pt x="1155" y="1094"/>
                    <a:pt x="882" y="851"/>
                    <a:pt x="578" y="547"/>
                  </a:cubicBezTo>
                  <a:cubicBezTo>
                    <a:pt x="244" y="243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3"/>
            <p:cNvSpPr/>
            <p:nvPr/>
          </p:nvSpPr>
          <p:spPr>
            <a:xfrm>
              <a:off x="1162900" y="4602950"/>
              <a:ext cx="3825" cy="8375"/>
            </a:xfrm>
            <a:custGeom>
              <a:avLst/>
              <a:gdLst/>
              <a:ahLst/>
              <a:cxnLst/>
              <a:rect l="l" t="t" r="r" b="b"/>
              <a:pathLst>
                <a:path w="153" h="335" extrusionOk="0">
                  <a:moveTo>
                    <a:pt x="122" y="0"/>
                  </a:moveTo>
                  <a:cubicBezTo>
                    <a:pt x="122" y="0"/>
                    <a:pt x="92" y="91"/>
                    <a:pt x="61" y="152"/>
                  </a:cubicBezTo>
                  <a:cubicBezTo>
                    <a:pt x="31" y="243"/>
                    <a:pt x="1" y="304"/>
                    <a:pt x="31" y="334"/>
                  </a:cubicBezTo>
                  <a:cubicBezTo>
                    <a:pt x="31" y="334"/>
                    <a:pt x="92" y="274"/>
                    <a:pt x="122" y="183"/>
                  </a:cubicBezTo>
                  <a:cubicBezTo>
                    <a:pt x="153" y="91"/>
                    <a:pt x="15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3"/>
            <p:cNvSpPr/>
            <p:nvPr/>
          </p:nvSpPr>
          <p:spPr>
            <a:xfrm>
              <a:off x="1166700" y="4586975"/>
              <a:ext cx="1550" cy="7625"/>
            </a:xfrm>
            <a:custGeom>
              <a:avLst/>
              <a:gdLst/>
              <a:ahLst/>
              <a:cxnLst/>
              <a:rect l="l" t="t" r="r" b="b"/>
              <a:pathLst>
                <a:path w="62" h="305" extrusionOk="0">
                  <a:moveTo>
                    <a:pt x="31" y="1"/>
                  </a:moveTo>
                  <a:cubicBezTo>
                    <a:pt x="31" y="1"/>
                    <a:pt x="1" y="62"/>
                    <a:pt x="1" y="153"/>
                  </a:cubicBezTo>
                  <a:cubicBezTo>
                    <a:pt x="1" y="214"/>
                    <a:pt x="1" y="305"/>
                    <a:pt x="31" y="305"/>
                  </a:cubicBezTo>
                  <a:cubicBezTo>
                    <a:pt x="61" y="305"/>
                    <a:pt x="61" y="214"/>
                    <a:pt x="61" y="153"/>
                  </a:cubicBezTo>
                  <a:cubicBezTo>
                    <a:pt x="61" y="62"/>
                    <a:pt x="61" y="1"/>
                    <a:pt x="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3"/>
            <p:cNvSpPr/>
            <p:nvPr/>
          </p:nvSpPr>
          <p:spPr>
            <a:xfrm>
              <a:off x="1160625" y="4572550"/>
              <a:ext cx="5350" cy="7625"/>
            </a:xfrm>
            <a:custGeom>
              <a:avLst/>
              <a:gdLst/>
              <a:ahLst/>
              <a:cxnLst/>
              <a:rect l="l" t="t" r="r" b="b"/>
              <a:pathLst>
                <a:path w="214" h="305" extrusionOk="0">
                  <a:moveTo>
                    <a:pt x="0" y="0"/>
                  </a:moveTo>
                  <a:cubicBezTo>
                    <a:pt x="0" y="0"/>
                    <a:pt x="61" y="61"/>
                    <a:pt x="92" y="152"/>
                  </a:cubicBezTo>
                  <a:cubicBezTo>
                    <a:pt x="122" y="243"/>
                    <a:pt x="152" y="304"/>
                    <a:pt x="152" y="304"/>
                  </a:cubicBezTo>
                  <a:cubicBezTo>
                    <a:pt x="183" y="304"/>
                    <a:pt x="213" y="213"/>
                    <a:pt x="152" y="122"/>
                  </a:cubicBezTo>
                  <a:cubicBezTo>
                    <a:pt x="122" y="31"/>
                    <a:pt x="3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3"/>
            <p:cNvSpPr/>
            <p:nvPr/>
          </p:nvSpPr>
          <p:spPr>
            <a:xfrm>
              <a:off x="1155300" y="4563425"/>
              <a:ext cx="2300" cy="4125"/>
            </a:xfrm>
            <a:custGeom>
              <a:avLst/>
              <a:gdLst/>
              <a:ahLst/>
              <a:cxnLst/>
              <a:rect l="l" t="t" r="r" b="b"/>
              <a:pathLst>
                <a:path w="92" h="165" extrusionOk="0">
                  <a:moveTo>
                    <a:pt x="1" y="1"/>
                  </a:moveTo>
                  <a:lnTo>
                    <a:pt x="1" y="92"/>
                  </a:lnTo>
                  <a:cubicBezTo>
                    <a:pt x="1" y="136"/>
                    <a:pt x="33" y="164"/>
                    <a:pt x="51" y="164"/>
                  </a:cubicBezTo>
                  <a:cubicBezTo>
                    <a:pt x="57" y="164"/>
                    <a:pt x="61" y="161"/>
                    <a:pt x="61" y="153"/>
                  </a:cubicBezTo>
                  <a:cubicBezTo>
                    <a:pt x="92" y="153"/>
                    <a:pt x="61" y="122"/>
                    <a:pt x="61" y="61"/>
                  </a:cubicBezTo>
                  <a:cubicBezTo>
                    <a:pt x="61" y="3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3"/>
            <p:cNvSpPr/>
            <p:nvPr/>
          </p:nvSpPr>
          <p:spPr>
            <a:xfrm>
              <a:off x="2036775" y="4688050"/>
              <a:ext cx="257625" cy="112350"/>
            </a:xfrm>
            <a:custGeom>
              <a:avLst/>
              <a:gdLst/>
              <a:ahLst/>
              <a:cxnLst/>
              <a:rect l="l" t="t" r="r" b="b"/>
              <a:pathLst>
                <a:path w="10305" h="4494" extrusionOk="0">
                  <a:moveTo>
                    <a:pt x="5502" y="0"/>
                  </a:moveTo>
                  <a:lnTo>
                    <a:pt x="1" y="152"/>
                  </a:lnTo>
                  <a:lnTo>
                    <a:pt x="122" y="4469"/>
                  </a:lnTo>
                  <a:lnTo>
                    <a:pt x="457" y="4469"/>
                  </a:lnTo>
                  <a:cubicBezTo>
                    <a:pt x="986" y="4479"/>
                    <a:pt x="2082" y="4493"/>
                    <a:pt x="3328" y="4493"/>
                  </a:cubicBezTo>
                  <a:cubicBezTo>
                    <a:pt x="5663" y="4493"/>
                    <a:pt x="8526" y="4443"/>
                    <a:pt x="9180" y="4225"/>
                  </a:cubicBezTo>
                  <a:cubicBezTo>
                    <a:pt x="10305" y="3861"/>
                    <a:pt x="5624" y="2949"/>
                    <a:pt x="5624" y="2949"/>
                  </a:cubicBezTo>
                  <a:lnTo>
                    <a:pt x="5502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3"/>
            <p:cNvSpPr/>
            <p:nvPr/>
          </p:nvSpPr>
          <p:spPr>
            <a:xfrm>
              <a:off x="2038300" y="4759150"/>
              <a:ext cx="50925" cy="38350"/>
            </a:xfrm>
            <a:custGeom>
              <a:avLst/>
              <a:gdLst/>
              <a:ahLst/>
              <a:cxnLst/>
              <a:rect l="l" t="t" r="r" b="b"/>
              <a:pathLst>
                <a:path w="2037" h="1534" extrusionOk="0">
                  <a:moveTo>
                    <a:pt x="204" y="0"/>
                  </a:moveTo>
                  <a:cubicBezTo>
                    <a:pt x="136" y="0"/>
                    <a:pt x="68" y="5"/>
                    <a:pt x="0" y="14"/>
                  </a:cubicBezTo>
                  <a:lnTo>
                    <a:pt x="61" y="1533"/>
                  </a:lnTo>
                  <a:lnTo>
                    <a:pt x="2037" y="1533"/>
                  </a:lnTo>
                  <a:cubicBezTo>
                    <a:pt x="1946" y="1047"/>
                    <a:pt x="1672" y="652"/>
                    <a:pt x="1307" y="378"/>
                  </a:cubicBezTo>
                  <a:cubicBezTo>
                    <a:pt x="996" y="145"/>
                    <a:pt x="597" y="0"/>
                    <a:pt x="20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2039825" y="4774675"/>
              <a:ext cx="236350" cy="26600"/>
            </a:xfrm>
            <a:custGeom>
              <a:avLst/>
              <a:gdLst/>
              <a:ahLst/>
              <a:cxnLst/>
              <a:rect l="l" t="t" r="r" b="b"/>
              <a:pathLst>
                <a:path w="9454" h="1064" extrusionOk="0">
                  <a:moveTo>
                    <a:pt x="7782" y="1"/>
                  </a:moveTo>
                  <a:cubicBezTo>
                    <a:pt x="7478" y="31"/>
                    <a:pt x="7356" y="730"/>
                    <a:pt x="7356" y="730"/>
                  </a:cubicBezTo>
                  <a:lnTo>
                    <a:pt x="0" y="882"/>
                  </a:lnTo>
                  <a:lnTo>
                    <a:pt x="0" y="1004"/>
                  </a:lnTo>
                  <a:cubicBezTo>
                    <a:pt x="741" y="1044"/>
                    <a:pt x="1736" y="1063"/>
                    <a:pt x="2798" y="1063"/>
                  </a:cubicBezTo>
                  <a:cubicBezTo>
                    <a:pt x="5699" y="1063"/>
                    <a:pt x="9107" y="922"/>
                    <a:pt x="9241" y="700"/>
                  </a:cubicBezTo>
                  <a:cubicBezTo>
                    <a:pt x="9453" y="426"/>
                    <a:pt x="7782" y="1"/>
                    <a:pt x="7782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2036775" y="4789875"/>
              <a:ext cx="224950" cy="6850"/>
            </a:xfrm>
            <a:custGeom>
              <a:avLst/>
              <a:gdLst/>
              <a:ahLst/>
              <a:cxnLst/>
              <a:rect l="l" t="t" r="r" b="b"/>
              <a:pathLst>
                <a:path w="8998" h="274" extrusionOk="0">
                  <a:moveTo>
                    <a:pt x="8998" y="0"/>
                  </a:moveTo>
                  <a:lnTo>
                    <a:pt x="7995" y="31"/>
                  </a:lnTo>
                  <a:cubicBezTo>
                    <a:pt x="7144" y="92"/>
                    <a:pt x="5989" y="122"/>
                    <a:pt x="4682" y="152"/>
                  </a:cubicBezTo>
                  <a:cubicBezTo>
                    <a:pt x="3405" y="213"/>
                    <a:pt x="2250" y="213"/>
                    <a:pt x="1399" y="213"/>
                  </a:cubicBezTo>
                  <a:lnTo>
                    <a:pt x="1" y="213"/>
                  </a:lnTo>
                  <a:lnTo>
                    <a:pt x="31" y="274"/>
                  </a:lnTo>
                  <a:lnTo>
                    <a:pt x="1399" y="274"/>
                  </a:lnTo>
                  <a:cubicBezTo>
                    <a:pt x="2250" y="274"/>
                    <a:pt x="3405" y="274"/>
                    <a:pt x="4712" y="244"/>
                  </a:cubicBezTo>
                  <a:cubicBezTo>
                    <a:pt x="5989" y="183"/>
                    <a:pt x="7144" y="122"/>
                    <a:pt x="7995" y="92"/>
                  </a:cubicBezTo>
                  <a:lnTo>
                    <a:pt x="89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3"/>
            <p:cNvSpPr/>
            <p:nvPr/>
          </p:nvSpPr>
          <p:spPr>
            <a:xfrm>
              <a:off x="2222950" y="4773925"/>
              <a:ext cx="12950" cy="21300"/>
            </a:xfrm>
            <a:custGeom>
              <a:avLst/>
              <a:gdLst/>
              <a:ahLst/>
              <a:cxnLst/>
              <a:rect l="l" t="t" r="r" b="b"/>
              <a:pathLst>
                <a:path w="518" h="852" extrusionOk="0">
                  <a:moveTo>
                    <a:pt x="517" y="0"/>
                  </a:moveTo>
                  <a:cubicBezTo>
                    <a:pt x="335" y="61"/>
                    <a:pt x="213" y="183"/>
                    <a:pt x="153" y="365"/>
                  </a:cubicBezTo>
                  <a:cubicBezTo>
                    <a:pt x="31" y="517"/>
                    <a:pt x="1" y="669"/>
                    <a:pt x="31" y="851"/>
                  </a:cubicBezTo>
                  <a:cubicBezTo>
                    <a:pt x="61" y="669"/>
                    <a:pt x="122" y="517"/>
                    <a:pt x="183" y="365"/>
                  </a:cubicBezTo>
                  <a:cubicBezTo>
                    <a:pt x="274" y="213"/>
                    <a:pt x="396" y="91"/>
                    <a:pt x="5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3"/>
            <p:cNvSpPr/>
            <p:nvPr/>
          </p:nvSpPr>
          <p:spPr>
            <a:xfrm>
              <a:off x="2181150" y="4764050"/>
              <a:ext cx="7625" cy="11400"/>
            </a:xfrm>
            <a:custGeom>
              <a:avLst/>
              <a:gdLst/>
              <a:ahLst/>
              <a:cxnLst/>
              <a:rect l="l" t="t" r="r" b="b"/>
              <a:pathLst>
                <a:path w="305" h="456" extrusionOk="0">
                  <a:moveTo>
                    <a:pt x="305" y="0"/>
                  </a:moveTo>
                  <a:cubicBezTo>
                    <a:pt x="305" y="0"/>
                    <a:pt x="214" y="91"/>
                    <a:pt x="122" y="213"/>
                  </a:cubicBezTo>
                  <a:cubicBezTo>
                    <a:pt x="62" y="334"/>
                    <a:pt x="1" y="456"/>
                    <a:pt x="31" y="456"/>
                  </a:cubicBezTo>
                  <a:cubicBezTo>
                    <a:pt x="31" y="456"/>
                    <a:pt x="122" y="365"/>
                    <a:pt x="183" y="243"/>
                  </a:cubicBezTo>
                  <a:cubicBezTo>
                    <a:pt x="244" y="182"/>
                    <a:pt x="274" y="91"/>
                    <a:pt x="3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3"/>
            <p:cNvSpPr/>
            <p:nvPr/>
          </p:nvSpPr>
          <p:spPr>
            <a:xfrm>
              <a:off x="2170525" y="4761750"/>
              <a:ext cx="8375" cy="8400"/>
            </a:xfrm>
            <a:custGeom>
              <a:avLst/>
              <a:gdLst/>
              <a:ahLst/>
              <a:cxnLst/>
              <a:rect l="l" t="t" r="r" b="b"/>
              <a:pathLst>
                <a:path w="335" h="336" extrusionOk="0">
                  <a:moveTo>
                    <a:pt x="335" y="1"/>
                  </a:moveTo>
                  <a:cubicBezTo>
                    <a:pt x="335" y="1"/>
                    <a:pt x="243" y="62"/>
                    <a:pt x="152" y="153"/>
                  </a:cubicBezTo>
                  <a:cubicBezTo>
                    <a:pt x="61" y="244"/>
                    <a:pt x="0" y="305"/>
                    <a:pt x="0" y="335"/>
                  </a:cubicBezTo>
                  <a:cubicBezTo>
                    <a:pt x="0" y="335"/>
                    <a:pt x="91" y="274"/>
                    <a:pt x="183" y="183"/>
                  </a:cubicBezTo>
                  <a:cubicBezTo>
                    <a:pt x="274" y="92"/>
                    <a:pt x="335" y="31"/>
                    <a:pt x="3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3"/>
            <p:cNvSpPr/>
            <p:nvPr/>
          </p:nvSpPr>
          <p:spPr>
            <a:xfrm>
              <a:off x="2162925" y="4756125"/>
              <a:ext cx="14450" cy="1850"/>
            </a:xfrm>
            <a:custGeom>
              <a:avLst/>
              <a:gdLst/>
              <a:ahLst/>
              <a:cxnLst/>
              <a:rect l="l" t="t" r="r" b="b"/>
              <a:pathLst>
                <a:path w="578" h="74" extrusionOk="0">
                  <a:moveTo>
                    <a:pt x="205" y="0"/>
                  </a:moveTo>
                  <a:cubicBezTo>
                    <a:pt x="129" y="0"/>
                    <a:pt x="65" y="22"/>
                    <a:pt x="0" y="43"/>
                  </a:cubicBezTo>
                  <a:cubicBezTo>
                    <a:pt x="92" y="74"/>
                    <a:pt x="183" y="74"/>
                    <a:pt x="304" y="74"/>
                  </a:cubicBezTo>
                  <a:cubicBezTo>
                    <a:pt x="395" y="74"/>
                    <a:pt x="487" y="74"/>
                    <a:pt x="578" y="43"/>
                  </a:cubicBezTo>
                  <a:cubicBezTo>
                    <a:pt x="513" y="22"/>
                    <a:pt x="449" y="0"/>
                    <a:pt x="384" y="0"/>
                  </a:cubicBezTo>
                  <a:cubicBezTo>
                    <a:pt x="358" y="0"/>
                    <a:pt x="331" y="4"/>
                    <a:pt x="304" y="13"/>
                  </a:cubicBezTo>
                  <a:cubicBezTo>
                    <a:pt x="269" y="4"/>
                    <a:pt x="236" y="0"/>
                    <a:pt x="20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3"/>
            <p:cNvSpPr/>
            <p:nvPr/>
          </p:nvSpPr>
          <p:spPr>
            <a:xfrm>
              <a:off x="2160650" y="4748075"/>
              <a:ext cx="15975" cy="2175"/>
            </a:xfrm>
            <a:custGeom>
              <a:avLst/>
              <a:gdLst/>
              <a:ahLst/>
              <a:cxnLst/>
              <a:rect l="l" t="t" r="r" b="b"/>
              <a:pathLst>
                <a:path w="639" h="87" extrusionOk="0">
                  <a:moveTo>
                    <a:pt x="0" y="1"/>
                  </a:moveTo>
                  <a:cubicBezTo>
                    <a:pt x="106" y="54"/>
                    <a:pt x="233" y="86"/>
                    <a:pt x="362" y="86"/>
                  </a:cubicBezTo>
                  <a:cubicBezTo>
                    <a:pt x="455" y="86"/>
                    <a:pt x="549" y="69"/>
                    <a:pt x="638" y="31"/>
                  </a:cubicBezTo>
                  <a:lnTo>
                    <a:pt x="304" y="31"/>
                  </a:lnTo>
                  <a:cubicBezTo>
                    <a:pt x="213" y="1"/>
                    <a:pt x="91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3"/>
            <p:cNvSpPr/>
            <p:nvPr/>
          </p:nvSpPr>
          <p:spPr>
            <a:xfrm>
              <a:off x="2186125" y="4750800"/>
              <a:ext cx="26225" cy="15550"/>
            </a:xfrm>
            <a:custGeom>
              <a:avLst/>
              <a:gdLst/>
              <a:ahLst/>
              <a:cxnLst/>
              <a:rect l="l" t="t" r="r" b="b"/>
              <a:pathLst>
                <a:path w="1049" h="622" extrusionOk="0">
                  <a:moveTo>
                    <a:pt x="733" y="59"/>
                  </a:moveTo>
                  <a:cubicBezTo>
                    <a:pt x="805" y="59"/>
                    <a:pt x="881" y="74"/>
                    <a:pt x="957" y="104"/>
                  </a:cubicBezTo>
                  <a:cubicBezTo>
                    <a:pt x="987" y="165"/>
                    <a:pt x="987" y="226"/>
                    <a:pt x="926" y="256"/>
                  </a:cubicBezTo>
                  <a:cubicBezTo>
                    <a:pt x="866" y="287"/>
                    <a:pt x="774" y="317"/>
                    <a:pt x="714" y="348"/>
                  </a:cubicBezTo>
                  <a:cubicBezTo>
                    <a:pt x="592" y="408"/>
                    <a:pt x="471" y="439"/>
                    <a:pt x="349" y="469"/>
                  </a:cubicBezTo>
                  <a:cubicBezTo>
                    <a:pt x="259" y="482"/>
                    <a:pt x="181" y="489"/>
                    <a:pt x="122" y="494"/>
                  </a:cubicBezTo>
                  <a:lnTo>
                    <a:pt x="122" y="494"/>
                  </a:lnTo>
                  <a:cubicBezTo>
                    <a:pt x="152" y="430"/>
                    <a:pt x="190" y="374"/>
                    <a:pt x="227" y="317"/>
                  </a:cubicBezTo>
                  <a:cubicBezTo>
                    <a:pt x="288" y="226"/>
                    <a:pt x="410" y="135"/>
                    <a:pt x="531" y="104"/>
                  </a:cubicBezTo>
                  <a:cubicBezTo>
                    <a:pt x="592" y="74"/>
                    <a:pt x="660" y="59"/>
                    <a:pt x="733" y="59"/>
                  </a:cubicBezTo>
                  <a:close/>
                  <a:moveTo>
                    <a:pt x="687" y="1"/>
                  </a:moveTo>
                  <a:cubicBezTo>
                    <a:pt x="482" y="1"/>
                    <a:pt x="290" y="102"/>
                    <a:pt x="167" y="287"/>
                  </a:cubicBezTo>
                  <a:cubicBezTo>
                    <a:pt x="140" y="340"/>
                    <a:pt x="90" y="417"/>
                    <a:pt x="78" y="497"/>
                  </a:cubicBezTo>
                  <a:lnTo>
                    <a:pt x="78" y="497"/>
                  </a:lnTo>
                  <a:cubicBezTo>
                    <a:pt x="26" y="500"/>
                    <a:pt x="0" y="500"/>
                    <a:pt x="15" y="500"/>
                  </a:cubicBezTo>
                  <a:cubicBezTo>
                    <a:pt x="34" y="506"/>
                    <a:pt x="54" y="511"/>
                    <a:pt x="76" y="515"/>
                  </a:cubicBezTo>
                  <a:lnTo>
                    <a:pt x="76" y="515"/>
                  </a:lnTo>
                  <a:cubicBezTo>
                    <a:pt x="76" y="520"/>
                    <a:pt x="75" y="525"/>
                    <a:pt x="75" y="530"/>
                  </a:cubicBezTo>
                  <a:cubicBezTo>
                    <a:pt x="75" y="560"/>
                    <a:pt x="75" y="591"/>
                    <a:pt x="75" y="621"/>
                  </a:cubicBezTo>
                  <a:cubicBezTo>
                    <a:pt x="84" y="585"/>
                    <a:pt x="96" y="551"/>
                    <a:pt x="110" y="519"/>
                  </a:cubicBezTo>
                  <a:lnTo>
                    <a:pt x="110" y="519"/>
                  </a:lnTo>
                  <a:cubicBezTo>
                    <a:pt x="130" y="521"/>
                    <a:pt x="150" y="522"/>
                    <a:pt x="170" y="522"/>
                  </a:cubicBezTo>
                  <a:cubicBezTo>
                    <a:pt x="227" y="522"/>
                    <a:pt x="288" y="515"/>
                    <a:pt x="349" y="500"/>
                  </a:cubicBezTo>
                  <a:cubicBezTo>
                    <a:pt x="471" y="500"/>
                    <a:pt x="622" y="469"/>
                    <a:pt x="744" y="408"/>
                  </a:cubicBezTo>
                  <a:cubicBezTo>
                    <a:pt x="805" y="378"/>
                    <a:pt x="866" y="348"/>
                    <a:pt x="957" y="317"/>
                  </a:cubicBezTo>
                  <a:cubicBezTo>
                    <a:pt x="987" y="287"/>
                    <a:pt x="1018" y="256"/>
                    <a:pt x="1048" y="196"/>
                  </a:cubicBezTo>
                  <a:cubicBezTo>
                    <a:pt x="1048" y="165"/>
                    <a:pt x="1018" y="104"/>
                    <a:pt x="987" y="74"/>
                  </a:cubicBezTo>
                  <a:cubicBezTo>
                    <a:pt x="888" y="25"/>
                    <a:pt x="786" y="1"/>
                    <a:pt x="6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3"/>
            <p:cNvSpPr/>
            <p:nvPr/>
          </p:nvSpPr>
          <p:spPr>
            <a:xfrm>
              <a:off x="2175850" y="4747325"/>
              <a:ext cx="13700" cy="16725"/>
            </a:xfrm>
            <a:custGeom>
              <a:avLst/>
              <a:gdLst/>
              <a:ahLst/>
              <a:cxnLst/>
              <a:rect l="l" t="t" r="r" b="b"/>
              <a:pathLst>
                <a:path w="548" h="669" extrusionOk="0">
                  <a:moveTo>
                    <a:pt x="122" y="0"/>
                  </a:moveTo>
                  <a:cubicBezTo>
                    <a:pt x="61" y="0"/>
                    <a:pt x="0" y="91"/>
                    <a:pt x="30" y="152"/>
                  </a:cubicBezTo>
                  <a:cubicBezTo>
                    <a:pt x="30" y="213"/>
                    <a:pt x="61" y="274"/>
                    <a:pt x="91" y="304"/>
                  </a:cubicBezTo>
                  <a:cubicBezTo>
                    <a:pt x="152" y="395"/>
                    <a:pt x="213" y="456"/>
                    <a:pt x="274" y="517"/>
                  </a:cubicBezTo>
                  <a:cubicBezTo>
                    <a:pt x="334" y="578"/>
                    <a:pt x="395" y="639"/>
                    <a:pt x="456" y="669"/>
                  </a:cubicBezTo>
                  <a:cubicBezTo>
                    <a:pt x="456" y="669"/>
                    <a:pt x="395" y="608"/>
                    <a:pt x="304" y="487"/>
                  </a:cubicBezTo>
                  <a:cubicBezTo>
                    <a:pt x="243" y="426"/>
                    <a:pt x="182" y="365"/>
                    <a:pt x="152" y="274"/>
                  </a:cubicBezTo>
                  <a:cubicBezTo>
                    <a:pt x="91" y="213"/>
                    <a:pt x="61" y="91"/>
                    <a:pt x="152" y="61"/>
                  </a:cubicBezTo>
                  <a:cubicBezTo>
                    <a:pt x="243" y="61"/>
                    <a:pt x="334" y="122"/>
                    <a:pt x="395" y="213"/>
                  </a:cubicBezTo>
                  <a:cubicBezTo>
                    <a:pt x="426" y="274"/>
                    <a:pt x="456" y="335"/>
                    <a:pt x="486" y="426"/>
                  </a:cubicBezTo>
                  <a:cubicBezTo>
                    <a:pt x="517" y="517"/>
                    <a:pt x="517" y="578"/>
                    <a:pt x="517" y="669"/>
                  </a:cubicBezTo>
                  <a:cubicBezTo>
                    <a:pt x="547" y="578"/>
                    <a:pt x="547" y="517"/>
                    <a:pt x="547" y="426"/>
                  </a:cubicBezTo>
                  <a:cubicBezTo>
                    <a:pt x="517" y="335"/>
                    <a:pt x="486" y="243"/>
                    <a:pt x="426" y="183"/>
                  </a:cubicBezTo>
                  <a:cubicBezTo>
                    <a:pt x="365" y="61"/>
                    <a:pt x="243" y="0"/>
                    <a:pt x="1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>
              <a:off x="2039050" y="4757200"/>
              <a:ext cx="50175" cy="38775"/>
            </a:xfrm>
            <a:custGeom>
              <a:avLst/>
              <a:gdLst/>
              <a:ahLst/>
              <a:cxnLst/>
              <a:rect l="l" t="t" r="r" b="b"/>
              <a:pathLst>
                <a:path w="2007" h="1551" extrusionOk="0">
                  <a:moveTo>
                    <a:pt x="122" y="0"/>
                  </a:moveTo>
                  <a:cubicBezTo>
                    <a:pt x="62" y="0"/>
                    <a:pt x="31" y="31"/>
                    <a:pt x="1" y="61"/>
                  </a:cubicBezTo>
                  <a:cubicBezTo>
                    <a:pt x="1" y="61"/>
                    <a:pt x="68" y="48"/>
                    <a:pt x="194" y="48"/>
                  </a:cubicBezTo>
                  <a:cubicBezTo>
                    <a:pt x="257" y="48"/>
                    <a:pt x="335" y="51"/>
                    <a:pt x="426" y="61"/>
                  </a:cubicBezTo>
                  <a:cubicBezTo>
                    <a:pt x="730" y="92"/>
                    <a:pt x="1034" y="213"/>
                    <a:pt x="1308" y="396"/>
                  </a:cubicBezTo>
                  <a:cubicBezTo>
                    <a:pt x="1581" y="608"/>
                    <a:pt x="1764" y="852"/>
                    <a:pt x="1885" y="1155"/>
                  </a:cubicBezTo>
                  <a:cubicBezTo>
                    <a:pt x="1916" y="1277"/>
                    <a:pt x="1977" y="1429"/>
                    <a:pt x="2007" y="1551"/>
                  </a:cubicBezTo>
                  <a:cubicBezTo>
                    <a:pt x="2007" y="1520"/>
                    <a:pt x="2007" y="1459"/>
                    <a:pt x="2007" y="1429"/>
                  </a:cubicBezTo>
                  <a:cubicBezTo>
                    <a:pt x="1977" y="1338"/>
                    <a:pt x="1946" y="1247"/>
                    <a:pt x="1946" y="1125"/>
                  </a:cubicBezTo>
                  <a:cubicBezTo>
                    <a:pt x="1825" y="821"/>
                    <a:pt x="1612" y="548"/>
                    <a:pt x="1338" y="335"/>
                  </a:cubicBezTo>
                  <a:cubicBezTo>
                    <a:pt x="1065" y="122"/>
                    <a:pt x="761" y="0"/>
                    <a:pt x="4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3"/>
            <p:cNvSpPr/>
            <p:nvPr/>
          </p:nvSpPr>
          <p:spPr>
            <a:xfrm>
              <a:off x="2051225" y="4700975"/>
              <a:ext cx="2300" cy="57000"/>
            </a:xfrm>
            <a:custGeom>
              <a:avLst/>
              <a:gdLst/>
              <a:ahLst/>
              <a:cxnLst/>
              <a:rect l="l" t="t" r="r" b="b"/>
              <a:pathLst>
                <a:path w="92" h="2280" extrusionOk="0">
                  <a:moveTo>
                    <a:pt x="31" y="0"/>
                  </a:moveTo>
                  <a:cubicBezTo>
                    <a:pt x="0" y="395"/>
                    <a:pt x="0" y="760"/>
                    <a:pt x="31" y="1155"/>
                  </a:cubicBezTo>
                  <a:cubicBezTo>
                    <a:pt x="31" y="1520"/>
                    <a:pt x="31" y="1915"/>
                    <a:pt x="61" y="2280"/>
                  </a:cubicBezTo>
                  <a:cubicBezTo>
                    <a:pt x="91" y="1520"/>
                    <a:pt x="91" y="760"/>
                    <a:pt x="3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3"/>
            <p:cNvSpPr/>
            <p:nvPr/>
          </p:nvSpPr>
          <p:spPr>
            <a:xfrm>
              <a:off x="2105925" y="4781950"/>
              <a:ext cx="40300" cy="2625"/>
            </a:xfrm>
            <a:custGeom>
              <a:avLst/>
              <a:gdLst/>
              <a:ahLst/>
              <a:cxnLst/>
              <a:rect l="l" t="t" r="r" b="b"/>
              <a:pathLst>
                <a:path w="1612" h="105" extrusionOk="0">
                  <a:moveTo>
                    <a:pt x="1531" y="1"/>
                  </a:moveTo>
                  <a:cubicBezTo>
                    <a:pt x="1405" y="1"/>
                    <a:pt x="1144" y="22"/>
                    <a:pt x="821" y="44"/>
                  </a:cubicBezTo>
                  <a:lnTo>
                    <a:pt x="1" y="44"/>
                  </a:lnTo>
                  <a:cubicBezTo>
                    <a:pt x="274" y="105"/>
                    <a:pt x="548" y="105"/>
                    <a:pt x="821" y="105"/>
                  </a:cubicBezTo>
                  <a:cubicBezTo>
                    <a:pt x="1095" y="105"/>
                    <a:pt x="1368" y="74"/>
                    <a:pt x="1612" y="13"/>
                  </a:cubicBezTo>
                  <a:cubicBezTo>
                    <a:pt x="1612" y="5"/>
                    <a:pt x="1583" y="1"/>
                    <a:pt x="15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43"/>
            <p:cNvSpPr/>
            <p:nvPr/>
          </p:nvSpPr>
          <p:spPr>
            <a:xfrm>
              <a:off x="2079325" y="4783800"/>
              <a:ext cx="4600" cy="7625"/>
            </a:xfrm>
            <a:custGeom>
              <a:avLst/>
              <a:gdLst/>
              <a:ahLst/>
              <a:cxnLst/>
              <a:rect l="l" t="t" r="r" b="b"/>
              <a:pathLst>
                <a:path w="184" h="305" extrusionOk="0">
                  <a:moveTo>
                    <a:pt x="1" y="0"/>
                  </a:moveTo>
                  <a:cubicBezTo>
                    <a:pt x="1" y="0"/>
                    <a:pt x="31" y="91"/>
                    <a:pt x="62" y="152"/>
                  </a:cubicBezTo>
                  <a:cubicBezTo>
                    <a:pt x="122" y="243"/>
                    <a:pt x="122" y="304"/>
                    <a:pt x="153" y="304"/>
                  </a:cubicBezTo>
                  <a:cubicBezTo>
                    <a:pt x="183" y="304"/>
                    <a:pt x="183" y="213"/>
                    <a:pt x="122" y="122"/>
                  </a:cubicBezTo>
                  <a:cubicBezTo>
                    <a:pt x="92" y="3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3"/>
            <p:cNvSpPr/>
            <p:nvPr/>
          </p:nvSpPr>
          <p:spPr>
            <a:xfrm>
              <a:off x="2068700" y="4771425"/>
              <a:ext cx="5350" cy="5550"/>
            </a:xfrm>
            <a:custGeom>
              <a:avLst/>
              <a:gdLst/>
              <a:ahLst/>
              <a:cxnLst/>
              <a:rect l="l" t="t" r="r" b="b"/>
              <a:pathLst>
                <a:path w="214" h="222" extrusionOk="0">
                  <a:moveTo>
                    <a:pt x="18" y="1"/>
                  </a:moveTo>
                  <a:cubicBezTo>
                    <a:pt x="12" y="1"/>
                    <a:pt x="6" y="3"/>
                    <a:pt x="0" y="9"/>
                  </a:cubicBezTo>
                  <a:cubicBezTo>
                    <a:pt x="0" y="9"/>
                    <a:pt x="31" y="70"/>
                    <a:pt x="91" y="131"/>
                  </a:cubicBezTo>
                  <a:cubicBezTo>
                    <a:pt x="152" y="191"/>
                    <a:pt x="213" y="222"/>
                    <a:pt x="213" y="222"/>
                  </a:cubicBezTo>
                  <a:cubicBezTo>
                    <a:pt x="213" y="191"/>
                    <a:pt x="183" y="131"/>
                    <a:pt x="122" y="70"/>
                  </a:cubicBezTo>
                  <a:cubicBezTo>
                    <a:pt x="73" y="45"/>
                    <a:pt x="43" y="1"/>
                    <a:pt x="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3"/>
            <p:cNvSpPr/>
            <p:nvPr/>
          </p:nvSpPr>
          <p:spPr>
            <a:xfrm>
              <a:off x="2054250" y="4765250"/>
              <a:ext cx="7625" cy="3375"/>
            </a:xfrm>
            <a:custGeom>
              <a:avLst/>
              <a:gdLst/>
              <a:ahLst/>
              <a:cxnLst/>
              <a:rect l="l" t="t" r="r" b="b"/>
              <a:pathLst>
                <a:path w="305" h="135" extrusionOk="0">
                  <a:moveTo>
                    <a:pt x="92" y="0"/>
                  </a:moveTo>
                  <a:cubicBezTo>
                    <a:pt x="31" y="0"/>
                    <a:pt x="1" y="22"/>
                    <a:pt x="1" y="43"/>
                  </a:cubicBezTo>
                  <a:cubicBezTo>
                    <a:pt x="1" y="43"/>
                    <a:pt x="62" y="43"/>
                    <a:pt x="153" y="74"/>
                  </a:cubicBezTo>
                  <a:cubicBezTo>
                    <a:pt x="214" y="134"/>
                    <a:pt x="305" y="134"/>
                    <a:pt x="305" y="134"/>
                  </a:cubicBezTo>
                  <a:cubicBezTo>
                    <a:pt x="305" y="134"/>
                    <a:pt x="274" y="43"/>
                    <a:pt x="183" y="13"/>
                  </a:cubicBezTo>
                  <a:cubicBezTo>
                    <a:pt x="147" y="4"/>
                    <a:pt x="117" y="0"/>
                    <a:pt x="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3"/>
            <p:cNvSpPr/>
            <p:nvPr/>
          </p:nvSpPr>
          <p:spPr>
            <a:xfrm>
              <a:off x="2043625" y="4763700"/>
              <a:ext cx="4575" cy="2225"/>
            </a:xfrm>
            <a:custGeom>
              <a:avLst/>
              <a:gdLst/>
              <a:ahLst/>
              <a:cxnLst/>
              <a:rect l="l" t="t" r="r" b="b"/>
              <a:pathLst>
                <a:path w="183" h="89" extrusionOk="0">
                  <a:moveTo>
                    <a:pt x="17" y="0"/>
                  </a:moveTo>
                  <a:cubicBezTo>
                    <a:pt x="7" y="0"/>
                    <a:pt x="0" y="4"/>
                    <a:pt x="0" y="14"/>
                  </a:cubicBezTo>
                  <a:cubicBezTo>
                    <a:pt x="0" y="44"/>
                    <a:pt x="31" y="75"/>
                    <a:pt x="61" y="75"/>
                  </a:cubicBezTo>
                  <a:cubicBezTo>
                    <a:pt x="81" y="85"/>
                    <a:pt x="98" y="88"/>
                    <a:pt x="113" y="88"/>
                  </a:cubicBezTo>
                  <a:cubicBezTo>
                    <a:pt x="142" y="88"/>
                    <a:pt x="162" y="75"/>
                    <a:pt x="183" y="75"/>
                  </a:cubicBezTo>
                  <a:cubicBezTo>
                    <a:pt x="183" y="75"/>
                    <a:pt x="152" y="44"/>
                    <a:pt x="91" y="14"/>
                  </a:cubicBezTo>
                  <a:cubicBezTo>
                    <a:pt x="71" y="14"/>
                    <a:pt x="37" y="0"/>
                    <a:pt x="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3"/>
            <p:cNvSpPr/>
            <p:nvPr/>
          </p:nvSpPr>
          <p:spPr>
            <a:xfrm>
              <a:off x="1131750" y="3450200"/>
              <a:ext cx="712800" cy="1243200"/>
            </a:xfrm>
            <a:custGeom>
              <a:avLst/>
              <a:gdLst/>
              <a:ahLst/>
              <a:cxnLst/>
              <a:rect l="l" t="t" r="r" b="b"/>
              <a:pathLst>
                <a:path w="28512" h="49728" extrusionOk="0">
                  <a:moveTo>
                    <a:pt x="20213" y="0"/>
                  </a:moveTo>
                  <a:lnTo>
                    <a:pt x="16262" y="21399"/>
                  </a:lnTo>
                  <a:lnTo>
                    <a:pt x="0" y="42220"/>
                  </a:lnTo>
                  <a:lnTo>
                    <a:pt x="7356" y="49727"/>
                  </a:lnTo>
                  <a:lnTo>
                    <a:pt x="23587" y="30396"/>
                  </a:lnTo>
                  <a:cubicBezTo>
                    <a:pt x="25016" y="28177"/>
                    <a:pt x="25776" y="25016"/>
                    <a:pt x="26384" y="22462"/>
                  </a:cubicBezTo>
                  <a:lnTo>
                    <a:pt x="28512" y="9362"/>
                  </a:lnTo>
                  <a:lnTo>
                    <a:pt x="2021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3"/>
            <p:cNvSpPr/>
            <p:nvPr/>
          </p:nvSpPr>
          <p:spPr>
            <a:xfrm>
              <a:off x="1504850" y="3272375"/>
              <a:ext cx="750050" cy="1463575"/>
            </a:xfrm>
            <a:custGeom>
              <a:avLst/>
              <a:gdLst/>
              <a:ahLst/>
              <a:cxnLst/>
              <a:rect l="l" t="t" r="r" b="b"/>
              <a:pathLst>
                <a:path w="30002" h="58543" extrusionOk="0">
                  <a:moveTo>
                    <a:pt x="548" y="0"/>
                  </a:moveTo>
                  <a:lnTo>
                    <a:pt x="396" y="1429"/>
                  </a:lnTo>
                  <a:cubicBezTo>
                    <a:pt x="1" y="4712"/>
                    <a:pt x="730" y="8025"/>
                    <a:pt x="2463" y="10852"/>
                  </a:cubicBezTo>
                  <a:cubicBezTo>
                    <a:pt x="2858" y="11460"/>
                    <a:pt x="3253" y="12007"/>
                    <a:pt x="3709" y="12554"/>
                  </a:cubicBezTo>
                  <a:lnTo>
                    <a:pt x="12949" y="32706"/>
                  </a:lnTo>
                  <a:lnTo>
                    <a:pt x="19484" y="58421"/>
                  </a:lnTo>
                  <a:lnTo>
                    <a:pt x="30001" y="58542"/>
                  </a:lnTo>
                  <a:lnTo>
                    <a:pt x="23041" y="30639"/>
                  </a:lnTo>
                  <a:lnTo>
                    <a:pt x="14256" y="2463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3"/>
            <p:cNvSpPr/>
            <p:nvPr/>
          </p:nvSpPr>
          <p:spPr>
            <a:xfrm>
              <a:off x="1662900" y="35481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40" y="0"/>
                    <a:pt x="35" y="1"/>
                    <a:pt x="31" y="3"/>
                  </a:cubicBezTo>
                  <a:cubicBezTo>
                    <a:pt x="1" y="33"/>
                    <a:pt x="62" y="277"/>
                    <a:pt x="214" y="550"/>
                  </a:cubicBezTo>
                  <a:cubicBezTo>
                    <a:pt x="356" y="806"/>
                    <a:pt x="498" y="1009"/>
                    <a:pt x="541" y="1009"/>
                  </a:cubicBezTo>
                  <a:cubicBezTo>
                    <a:pt x="544" y="1009"/>
                    <a:pt x="546" y="1008"/>
                    <a:pt x="548" y="1006"/>
                  </a:cubicBezTo>
                  <a:cubicBezTo>
                    <a:pt x="609" y="976"/>
                    <a:pt x="518" y="733"/>
                    <a:pt x="396" y="459"/>
                  </a:cubicBezTo>
                  <a:cubicBezTo>
                    <a:pt x="254" y="203"/>
                    <a:pt x="112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3"/>
            <p:cNvSpPr/>
            <p:nvPr/>
          </p:nvSpPr>
          <p:spPr>
            <a:xfrm>
              <a:off x="1688750" y="3599050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68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0" y="4"/>
                    <a:pt x="61" y="277"/>
                    <a:pt x="213" y="551"/>
                  </a:cubicBezTo>
                  <a:cubicBezTo>
                    <a:pt x="355" y="807"/>
                    <a:pt x="498" y="1010"/>
                    <a:pt x="540" y="1010"/>
                  </a:cubicBezTo>
                  <a:cubicBezTo>
                    <a:pt x="543" y="1010"/>
                    <a:pt x="546" y="1009"/>
                    <a:pt x="548" y="1007"/>
                  </a:cubicBezTo>
                  <a:cubicBezTo>
                    <a:pt x="608" y="976"/>
                    <a:pt x="548" y="733"/>
                    <a:pt x="396" y="460"/>
                  </a:cubicBezTo>
                  <a:cubicBezTo>
                    <a:pt x="253" y="203"/>
                    <a:pt x="111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3"/>
            <p:cNvSpPr/>
            <p:nvPr/>
          </p:nvSpPr>
          <p:spPr>
            <a:xfrm>
              <a:off x="1714575" y="3649975"/>
              <a:ext cx="15225" cy="25250"/>
            </a:xfrm>
            <a:custGeom>
              <a:avLst/>
              <a:gdLst/>
              <a:ahLst/>
              <a:cxnLst/>
              <a:rect l="l" t="t" r="r" b="b"/>
              <a:pathLst>
                <a:path w="609" h="1010" extrusionOk="0">
                  <a:moveTo>
                    <a:pt x="44" y="0"/>
                  </a:moveTo>
                  <a:cubicBezTo>
                    <a:pt x="39" y="0"/>
                    <a:pt x="35" y="1"/>
                    <a:pt x="31" y="3"/>
                  </a:cubicBezTo>
                  <a:cubicBezTo>
                    <a:pt x="1" y="3"/>
                    <a:pt x="62" y="277"/>
                    <a:pt x="214" y="550"/>
                  </a:cubicBezTo>
                  <a:cubicBezTo>
                    <a:pt x="327" y="806"/>
                    <a:pt x="468" y="1009"/>
                    <a:pt x="535" y="1009"/>
                  </a:cubicBezTo>
                  <a:cubicBezTo>
                    <a:pt x="540" y="1009"/>
                    <a:pt x="544" y="1008"/>
                    <a:pt x="548" y="1006"/>
                  </a:cubicBezTo>
                  <a:cubicBezTo>
                    <a:pt x="609" y="1006"/>
                    <a:pt x="518" y="733"/>
                    <a:pt x="366" y="459"/>
                  </a:cubicBezTo>
                  <a:cubicBezTo>
                    <a:pt x="252" y="203"/>
                    <a:pt x="111" y="0"/>
                    <a:pt x="4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3"/>
            <p:cNvSpPr/>
            <p:nvPr/>
          </p:nvSpPr>
          <p:spPr>
            <a:xfrm>
              <a:off x="1738900" y="3700875"/>
              <a:ext cx="14475" cy="26000"/>
            </a:xfrm>
            <a:custGeom>
              <a:avLst/>
              <a:gdLst/>
              <a:ahLst/>
              <a:cxnLst/>
              <a:rect l="l" t="t" r="r" b="b"/>
              <a:pathLst>
                <a:path w="579" h="1040" extrusionOk="0">
                  <a:moveTo>
                    <a:pt x="69" y="1"/>
                  </a:moveTo>
                  <a:cubicBezTo>
                    <a:pt x="66" y="1"/>
                    <a:pt x="63" y="2"/>
                    <a:pt x="61" y="4"/>
                  </a:cubicBezTo>
                  <a:cubicBezTo>
                    <a:pt x="1" y="34"/>
                    <a:pt x="61" y="277"/>
                    <a:pt x="213" y="581"/>
                  </a:cubicBezTo>
                  <a:cubicBezTo>
                    <a:pt x="327" y="837"/>
                    <a:pt x="468" y="1040"/>
                    <a:pt x="535" y="1040"/>
                  </a:cubicBezTo>
                  <a:cubicBezTo>
                    <a:pt x="539" y="1040"/>
                    <a:pt x="544" y="1039"/>
                    <a:pt x="548" y="1037"/>
                  </a:cubicBezTo>
                  <a:cubicBezTo>
                    <a:pt x="578" y="1007"/>
                    <a:pt x="517" y="763"/>
                    <a:pt x="396" y="490"/>
                  </a:cubicBezTo>
                  <a:cubicBezTo>
                    <a:pt x="253" y="205"/>
                    <a:pt x="111" y="1"/>
                    <a:pt x="6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3"/>
            <p:cNvSpPr/>
            <p:nvPr/>
          </p:nvSpPr>
          <p:spPr>
            <a:xfrm>
              <a:off x="1763225" y="3752550"/>
              <a:ext cx="13700" cy="26000"/>
            </a:xfrm>
            <a:custGeom>
              <a:avLst/>
              <a:gdLst/>
              <a:ahLst/>
              <a:cxnLst/>
              <a:rect l="l" t="t" r="r" b="b"/>
              <a:pathLst>
                <a:path w="548" h="1040" extrusionOk="0">
                  <a:moveTo>
                    <a:pt x="43" y="1"/>
                  </a:moveTo>
                  <a:cubicBezTo>
                    <a:pt x="39" y="1"/>
                    <a:pt x="34" y="2"/>
                    <a:pt x="31" y="3"/>
                  </a:cubicBezTo>
                  <a:cubicBezTo>
                    <a:pt x="0" y="34"/>
                    <a:pt x="61" y="277"/>
                    <a:pt x="183" y="581"/>
                  </a:cubicBezTo>
                  <a:cubicBezTo>
                    <a:pt x="325" y="837"/>
                    <a:pt x="440" y="1040"/>
                    <a:pt x="504" y="1040"/>
                  </a:cubicBezTo>
                  <a:cubicBezTo>
                    <a:pt x="509" y="1040"/>
                    <a:pt x="513" y="1039"/>
                    <a:pt x="517" y="1037"/>
                  </a:cubicBezTo>
                  <a:cubicBezTo>
                    <a:pt x="547" y="1037"/>
                    <a:pt x="487" y="763"/>
                    <a:pt x="365" y="490"/>
                  </a:cubicBezTo>
                  <a:cubicBezTo>
                    <a:pt x="251" y="205"/>
                    <a:pt x="111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3"/>
            <p:cNvSpPr/>
            <p:nvPr/>
          </p:nvSpPr>
          <p:spPr>
            <a:xfrm>
              <a:off x="1786775" y="3804975"/>
              <a:ext cx="13700" cy="26025"/>
            </a:xfrm>
            <a:custGeom>
              <a:avLst/>
              <a:gdLst/>
              <a:ahLst/>
              <a:cxnLst/>
              <a:rect l="l" t="t" r="r" b="b"/>
              <a:pathLst>
                <a:path w="548" h="1041" extrusionOk="0">
                  <a:moveTo>
                    <a:pt x="43" y="1"/>
                  </a:moveTo>
                  <a:cubicBezTo>
                    <a:pt x="39" y="1"/>
                    <a:pt x="35" y="2"/>
                    <a:pt x="31" y="4"/>
                  </a:cubicBezTo>
                  <a:cubicBezTo>
                    <a:pt x="0" y="4"/>
                    <a:pt x="61" y="277"/>
                    <a:pt x="183" y="551"/>
                  </a:cubicBezTo>
                  <a:cubicBezTo>
                    <a:pt x="297" y="835"/>
                    <a:pt x="437" y="1040"/>
                    <a:pt x="480" y="1040"/>
                  </a:cubicBezTo>
                  <a:cubicBezTo>
                    <a:pt x="482" y="1040"/>
                    <a:pt x="485" y="1039"/>
                    <a:pt x="487" y="1037"/>
                  </a:cubicBezTo>
                  <a:cubicBezTo>
                    <a:pt x="548" y="1007"/>
                    <a:pt x="487" y="764"/>
                    <a:pt x="365" y="490"/>
                  </a:cubicBezTo>
                  <a:cubicBezTo>
                    <a:pt x="223" y="206"/>
                    <a:pt x="107" y="1"/>
                    <a:pt x="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3"/>
            <p:cNvSpPr/>
            <p:nvPr/>
          </p:nvSpPr>
          <p:spPr>
            <a:xfrm>
              <a:off x="1808800" y="3857425"/>
              <a:ext cx="13725" cy="26000"/>
            </a:xfrm>
            <a:custGeom>
              <a:avLst/>
              <a:gdLst/>
              <a:ahLst/>
              <a:cxnLst/>
              <a:rect l="l" t="t" r="r" b="b"/>
              <a:pathLst>
                <a:path w="549" h="1040" extrusionOk="0">
                  <a:moveTo>
                    <a:pt x="74" y="0"/>
                  </a:moveTo>
                  <a:cubicBezTo>
                    <a:pt x="70" y="0"/>
                    <a:pt x="66" y="1"/>
                    <a:pt x="62" y="3"/>
                  </a:cubicBezTo>
                  <a:cubicBezTo>
                    <a:pt x="1" y="3"/>
                    <a:pt x="62" y="277"/>
                    <a:pt x="183" y="550"/>
                  </a:cubicBezTo>
                  <a:cubicBezTo>
                    <a:pt x="297" y="835"/>
                    <a:pt x="438" y="1039"/>
                    <a:pt x="480" y="1039"/>
                  </a:cubicBezTo>
                  <a:cubicBezTo>
                    <a:pt x="483" y="1039"/>
                    <a:pt x="485" y="1038"/>
                    <a:pt x="487" y="1037"/>
                  </a:cubicBezTo>
                  <a:cubicBezTo>
                    <a:pt x="548" y="1006"/>
                    <a:pt x="487" y="763"/>
                    <a:pt x="366" y="459"/>
                  </a:cubicBezTo>
                  <a:cubicBezTo>
                    <a:pt x="252" y="203"/>
                    <a:pt x="138" y="0"/>
                    <a:pt x="7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3"/>
            <p:cNvSpPr/>
            <p:nvPr/>
          </p:nvSpPr>
          <p:spPr>
            <a:xfrm>
              <a:off x="1830850" y="3909850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68" y="0"/>
                  </a:moveTo>
                  <a:cubicBezTo>
                    <a:pt x="66" y="0"/>
                    <a:pt x="63" y="1"/>
                    <a:pt x="61" y="3"/>
                  </a:cubicBezTo>
                  <a:cubicBezTo>
                    <a:pt x="0" y="3"/>
                    <a:pt x="61" y="277"/>
                    <a:pt x="152" y="550"/>
                  </a:cubicBezTo>
                  <a:cubicBezTo>
                    <a:pt x="274" y="854"/>
                    <a:pt x="426" y="1067"/>
                    <a:pt x="487" y="1067"/>
                  </a:cubicBezTo>
                  <a:cubicBezTo>
                    <a:pt x="517" y="1037"/>
                    <a:pt x="456" y="794"/>
                    <a:pt x="365" y="490"/>
                  </a:cubicBezTo>
                  <a:cubicBezTo>
                    <a:pt x="251" y="205"/>
                    <a:pt x="111" y="0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3"/>
            <p:cNvSpPr/>
            <p:nvPr/>
          </p:nvSpPr>
          <p:spPr>
            <a:xfrm>
              <a:off x="1852125" y="3962350"/>
              <a:ext cx="12175" cy="26700"/>
            </a:xfrm>
            <a:custGeom>
              <a:avLst/>
              <a:gdLst/>
              <a:ahLst/>
              <a:cxnLst/>
              <a:rect l="l" t="t" r="r" b="b"/>
              <a:pathLst>
                <a:path w="487" h="1068" extrusionOk="0">
                  <a:moveTo>
                    <a:pt x="31" y="1"/>
                  </a:moveTo>
                  <a:cubicBezTo>
                    <a:pt x="0" y="31"/>
                    <a:pt x="31" y="274"/>
                    <a:pt x="152" y="578"/>
                  </a:cubicBezTo>
                  <a:cubicBezTo>
                    <a:pt x="266" y="863"/>
                    <a:pt x="380" y="1067"/>
                    <a:pt x="444" y="1067"/>
                  </a:cubicBezTo>
                  <a:cubicBezTo>
                    <a:pt x="448" y="1067"/>
                    <a:pt x="453" y="1066"/>
                    <a:pt x="456" y="1065"/>
                  </a:cubicBezTo>
                  <a:cubicBezTo>
                    <a:pt x="487" y="1065"/>
                    <a:pt x="456" y="791"/>
                    <a:pt x="335" y="517"/>
                  </a:cubicBezTo>
                  <a:cubicBezTo>
                    <a:pt x="213" y="213"/>
                    <a:pt x="92" y="1"/>
                    <a:pt x="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3"/>
            <p:cNvSpPr/>
            <p:nvPr/>
          </p:nvSpPr>
          <p:spPr>
            <a:xfrm>
              <a:off x="1871875" y="4016225"/>
              <a:ext cx="12950" cy="26700"/>
            </a:xfrm>
            <a:custGeom>
              <a:avLst/>
              <a:gdLst/>
              <a:ahLst/>
              <a:cxnLst/>
              <a:rect l="l" t="t" r="r" b="b"/>
              <a:pathLst>
                <a:path w="518" h="1068" extrusionOk="0">
                  <a:moveTo>
                    <a:pt x="74" y="1"/>
                  </a:moveTo>
                  <a:cubicBezTo>
                    <a:pt x="70" y="1"/>
                    <a:pt x="65" y="2"/>
                    <a:pt x="62" y="4"/>
                  </a:cubicBezTo>
                  <a:cubicBezTo>
                    <a:pt x="1" y="4"/>
                    <a:pt x="62" y="277"/>
                    <a:pt x="153" y="551"/>
                  </a:cubicBezTo>
                  <a:cubicBezTo>
                    <a:pt x="274" y="855"/>
                    <a:pt x="396" y="1068"/>
                    <a:pt x="457" y="1068"/>
                  </a:cubicBezTo>
                  <a:cubicBezTo>
                    <a:pt x="517" y="1037"/>
                    <a:pt x="457" y="794"/>
                    <a:pt x="366" y="490"/>
                  </a:cubicBezTo>
                  <a:cubicBezTo>
                    <a:pt x="252" y="206"/>
                    <a:pt x="138" y="1"/>
                    <a:pt x="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3"/>
            <p:cNvSpPr/>
            <p:nvPr/>
          </p:nvSpPr>
          <p:spPr>
            <a:xfrm>
              <a:off x="1891650" y="4069425"/>
              <a:ext cx="12175" cy="26775"/>
            </a:xfrm>
            <a:custGeom>
              <a:avLst/>
              <a:gdLst/>
              <a:ahLst/>
              <a:cxnLst/>
              <a:rect l="l" t="t" r="r" b="b"/>
              <a:pathLst>
                <a:path w="487" h="1071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0" y="34"/>
                    <a:pt x="30" y="277"/>
                    <a:pt x="152" y="581"/>
                  </a:cubicBezTo>
                  <a:cubicBezTo>
                    <a:pt x="237" y="866"/>
                    <a:pt x="349" y="1070"/>
                    <a:pt x="413" y="1070"/>
                  </a:cubicBezTo>
                  <a:cubicBezTo>
                    <a:pt x="418" y="1070"/>
                    <a:pt x="422" y="1069"/>
                    <a:pt x="426" y="1067"/>
                  </a:cubicBezTo>
                  <a:cubicBezTo>
                    <a:pt x="486" y="1067"/>
                    <a:pt x="426" y="794"/>
                    <a:pt x="334" y="520"/>
                  </a:cubicBezTo>
                  <a:cubicBezTo>
                    <a:pt x="220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3"/>
            <p:cNvSpPr/>
            <p:nvPr/>
          </p:nvSpPr>
          <p:spPr>
            <a:xfrm>
              <a:off x="1910625" y="4123375"/>
              <a:ext cx="11425" cy="26700"/>
            </a:xfrm>
            <a:custGeom>
              <a:avLst/>
              <a:gdLst/>
              <a:ahLst/>
              <a:cxnLst/>
              <a:rect l="l" t="t" r="r" b="b"/>
              <a:pathLst>
                <a:path w="457" h="1068" extrusionOk="0">
                  <a:moveTo>
                    <a:pt x="42" y="1"/>
                  </a:moveTo>
                  <a:cubicBezTo>
                    <a:pt x="38" y="1"/>
                    <a:pt x="35" y="2"/>
                    <a:pt x="31" y="4"/>
                  </a:cubicBezTo>
                  <a:cubicBezTo>
                    <a:pt x="1" y="4"/>
                    <a:pt x="31" y="277"/>
                    <a:pt x="123" y="581"/>
                  </a:cubicBezTo>
                  <a:cubicBezTo>
                    <a:pt x="214" y="855"/>
                    <a:pt x="366" y="1067"/>
                    <a:pt x="396" y="1067"/>
                  </a:cubicBezTo>
                  <a:cubicBezTo>
                    <a:pt x="457" y="1067"/>
                    <a:pt x="426" y="794"/>
                    <a:pt x="305" y="520"/>
                  </a:cubicBezTo>
                  <a:cubicBezTo>
                    <a:pt x="219" y="234"/>
                    <a:pt x="106" y="1"/>
                    <a:pt x="4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3"/>
            <p:cNvSpPr/>
            <p:nvPr/>
          </p:nvSpPr>
          <p:spPr>
            <a:xfrm>
              <a:off x="1928125" y="4177400"/>
              <a:ext cx="11400" cy="27375"/>
            </a:xfrm>
            <a:custGeom>
              <a:avLst/>
              <a:gdLst/>
              <a:ahLst/>
              <a:cxnLst/>
              <a:rect l="l" t="t" r="r" b="b"/>
              <a:pathLst>
                <a:path w="456" h="1095" extrusionOk="0">
                  <a:moveTo>
                    <a:pt x="61" y="1"/>
                  </a:moveTo>
                  <a:cubicBezTo>
                    <a:pt x="0" y="31"/>
                    <a:pt x="30" y="274"/>
                    <a:pt x="152" y="578"/>
                  </a:cubicBezTo>
                  <a:cubicBezTo>
                    <a:pt x="243" y="882"/>
                    <a:pt x="365" y="1095"/>
                    <a:pt x="426" y="1095"/>
                  </a:cubicBezTo>
                  <a:cubicBezTo>
                    <a:pt x="456" y="1064"/>
                    <a:pt x="426" y="821"/>
                    <a:pt x="334" y="517"/>
                  </a:cubicBezTo>
                  <a:cubicBezTo>
                    <a:pt x="24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3"/>
            <p:cNvSpPr/>
            <p:nvPr/>
          </p:nvSpPr>
          <p:spPr>
            <a:xfrm>
              <a:off x="1945600" y="4232050"/>
              <a:ext cx="10650" cy="26675"/>
            </a:xfrm>
            <a:custGeom>
              <a:avLst/>
              <a:gdLst/>
              <a:ahLst/>
              <a:cxnLst/>
              <a:rect l="l" t="t" r="r" b="b"/>
              <a:pathLst>
                <a:path w="426" h="1067" extrusionOk="0">
                  <a:moveTo>
                    <a:pt x="41" y="1"/>
                  </a:moveTo>
                  <a:cubicBezTo>
                    <a:pt x="38" y="1"/>
                    <a:pt x="34" y="1"/>
                    <a:pt x="31" y="3"/>
                  </a:cubicBezTo>
                  <a:cubicBezTo>
                    <a:pt x="0" y="3"/>
                    <a:pt x="31" y="246"/>
                    <a:pt x="122" y="550"/>
                  </a:cubicBezTo>
                  <a:cubicBezTo>
                    <a:pt x="213" y="854"/>
                    <a:pt x="335" y="1067"/>
                    <a:pt x="365" y="1067"/>
                  </a:cubicBezTo>
                  <a:cubicBezTo>
                    <a:pt x="426" y="1067"/>
                    <a:pt x="395" y="793"/>
                    <a:pt x="304" y="520"/>
                  </a:cubicBezTo>
                  <a:cubicBezTo>
                    <a:pt x="218" y="233"/>
                    <a:pt x="105" y="1"/>
                    <a:pt x="4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3"/>
            <p:cNvSpPr/>
            <p:nvPr/>
          </p:nvSpPr>
          <p:spPr>
            <a:xfrm>
              <a:off x="1961550" y="4286075"/>
              <a:ext cx="10650" cy="27375"/>
            </a:xfrm>
            <a:custGeom>
              <a:avLst/>
              <a:gdLst/>
              <a:ahLst/>
              <a:cxnLst/>
              <a:rect l="l" t="t" r="r" b="b"/>
              <a:pathLst>
                <a:path w="426" h="1095" extrusionOk="0">
                  <a:moveTo>
                    <a:pt x="61" y="0"/>
                  </a:moveTo>
                  <a:cubicBezTo>
                    <a:pt x="0" y="31"/>
                    <a:pt x="31" y="274"/>
                    <a:pt x="122" y="578"/>
                  </a:cubicBezTo>
                  <a:cubicBezTo>
                    <a:pt x="213" y="882"/>
                    <a:pt x="335" y="1094"/>
                    <a:pt x="365" y="1094"/>
                  </a:cubicBezTo>
                  <a:cubicBezTo>
                    <a:pt x="426" y="1094"/>
                    <a:pt x="396" y="851"/>
                    <a:pt x="304" y="547"/>
                  </a:cubicBezTo>
                  <a:cubicBezTo>
                    <a:pt x="213" y="243"/>
                    <a:pt x="122" y="0"/>
                    <a:pt x="6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3"/>
            <p:cNvSpPr/>
            <p:nvPr/>
          </p:nvSpPr>
          <p:spPr>
            <a:xfrm>
              <a:off x="1976750" y="4341475"/>
              <a:ext cx="10650" cy="27450"/>
            </a:xfrm>
            <a:custGeom>
              <a:avLst/>
              <a:gdLst/>
              <a:ahLst/>
              <a:cxnLst/>
              <a:rect l="l" t="t" r="r" b="b"/>
              <a:pathLst>
                <a:path w="426" h="1098" extrusionOk="0">
                  <a:moveTo>
                    <a:pt x="72" y="0"/>
                  </a:moveTo>
                  <a:cubicBezTo>
                    <a:pt x="68" y="0"/>
                    <a:pt x="65" y="1"/>
                    <a:pt x="61" y="3"/>
                  </a:cubicBezTo>
                  <a:cubicBezTo>
                    <a:pt x="0" y="3"/>
                    <a:pt x="31" y="277"/>
                    <a:pt x="122" y="581"/>
                  </a:cubicBezTo>
                  <a:cubicBezTo>
                    <a:pt x="213" y="854"/>
                    <a:pt x="304" y="1097"/>
                    <a:pt x="365" y="1097"/>
                  </a:cubicBezTo>
                  <a:cubicBezTo>
                    <a:pt x="426" y="1067"/>
                    <a:pt x="396" y="824"/>
                    <a:pt x="304" y="520"/>
                  </a:cubicBezTo>
                  <a:cubicBezTo>
                    <a:pt x="247" y="233"/>
                    <a:pt x="136" y="0"/>
                    <a:pt x="7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3"/>
            <p:cNvSpPr/>
            <p:nvPr/>
          </p:nvSpPr>
          <p:spPr>
            <a:xfrm>
              <a:off x="1991950" y="4396250"/>
              <a:ext cx="9900" cy="27375"/>
            </a:xfrm>
            <a:custGeom>
              <a:avLst/>
              <a:gdLst/>
              <a:ahLst/>
              <a:cxnLst/>
              <a:rect l="l" t="t" r="r" b="b"/>
              <a:pathLst>
                <a:path w="396" h="1095" extrusionOk="0">
                  <a:moveTo>
                    <a:pt x="61" y="1"/>
                  </a:moveTo>
                  <a:cubicBezTo>
                    <a:pt x="0" y="1"/>
                    <a:pt x="31" y="274"/>
                    <a:pt x="91" y="578"/>
                  </a:cubicBezTo>
                  <a:cubicBezTo>
                    <a:pt x="183" y="882"/>
                    <a:pt x="274" y="1095"/>
                    <a:pt x="335" y="1095"/>
                  </a:cubicBezTo>
                  <a:cubicBezTo>
                    <a:pt x="395" y="1095"/>
                    <a:pt x="365" y="821"/>
                    <a:pt x="304" y="517"/>
                  </a:cubicBezTo>
                  <a:cubicBezTo>
                    <a:pt x="213" y="213"/>
                    <a:pt x="122" y="1"/>
                    <a:pt x="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3"/>
            <p:cNvSpPr/>
            <p:nvPr/>
          </p:nvSpPr>
          <p:spPr>
            <a:xfrm>
              <a:off x="2006375" y="4451650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8" y="1"/>
                  </a:moveTo>
                  <a:cubicBezTo>
                    <a:pt x="65" y="1"/>
                    <a:pt x="63" y="2"/>
                    <a:pt x="62" y="3"/>
                  </a:cubicBezTo>
                  <a:cubicBezTo>
                    <a:pt x="1" y="3"/>
                    <a:pt x="1" y="247"/>
                    <a:pt x="92" y="581"/>
                  </a:cubicBezTo>
                  <a:cubicBezTo>
                    <a:pt x="153" y="885"/>
                    <a:pt x="274" y="1098"/>
                    <a:pt x="335" y="1098"/>
                  </a:cubicBezTo>
                  <a:cubicBezTo>
                    <a:pt x="366" y="1098"/>
                    <a:pt x="366" y="824"/>
                    <a:pt x="274" y="520"/>
                  </a:cubicBezTo>
                  <a:cubicBezTo>
                    <a:pt x="217" y="233"/>
                    <a:pt x="106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3"/>
            <p:cNvSpPr/>
            <p:nvPr/>
          </p:nvSpPr>
          <p:spPr>
            <a:xfrm>
              <a:off x="2019300" y="4507125"/>
              <a:ext cx="9150" cy="27450"/>
            </a:xfrm>
            <a:custGeom>
              <a:avLst/>
              <a:gdLst/>
              <a:ahLst/>
              <a:cxnLst/>
              <a:rect l="l" t="t" r="r" b="b"/>
              <a:pathLst>
                <a:path w="366" h="1098" extrusionOk="0">
                  <a:moveTo>
                    <a:pt x="67" y="1"/>
                  </a:moveTo>
                  <a:cubicBezTo>
                    <a:pt x="65" y="1"/>
                    <a:pt x="63" y="2"/>
                    <a:pt x="61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098"/>
                    <a:pt x="304" y="1098"/>
                  </a:cubicBezTo>
                  <a:cubicBezTo>
                    <a:pt x="365" y="1098"/>
                    <a:pt x="335" y="824"/>
                    <a:pt x="274" y="520"/>
                  </a:cubicBezTo>
                  <a:cubicBezTo>
                    <a:pt x="217" y="233"/>
                    <a:pt x="105" y="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3"/>
            <p:cNvSpPr/>
            <p:nvPr/>
          </p:nvSpPr>
          <p:spPr>
            <a:xfrm>
              <a:off x="2031450" y="4562600"/>
              <a:ext cx="8400" cy="28200"/>
            </a:xfrm>
            <a:custGeom>
              <a:avLst/>
              <a:gdLst/>
              <a:ahLst/>
              <a:cxnLst/>
              <a:rect l="l" t="t" r="r" b="b"/>
              <a:pathLst>
                <a:path w="336" h="1128" extrusionOk="0">
                  <a:moveTo>
                    <a:pt x="72" y="1"/>
                  </a:moveTo>
                  <a:cubicBezTo>
                    <a:pt x="69" y="1"/>
                    <a:pt x="65" y="1"/>
                    <a:pt x="62" y="3"/>
                  </a:cubicBezTo>
                  <a:cubicBezTo>
                    <a:pt x="1" y="3"/>
                    <a:pt x="1" y="277"/>
                    <a:pt x="92" y="581"/>
                  </a:cubicBezTo>
                  <a:cubicBezTo>
                    <a:pt x="153" y="885"/>
                    <a:pt x="244" y="1128"/>
                    <a:pt x="305" y="1128"/>
                  </a:cubicBezTo>
                  <a:cubicBezTo>
                    <a:pt x="335" y="1097"/>
                    <a:pt x="335" y="854"/>
                    <a:pt x="274" y="550"/>
                  </a:cubicBezTo>
                  <a:cubicBezTo>
                    <a:pt x="217" y="235"/>
                    <a:pt x="133" y="1"/>
                    <a:pt x="7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3"/>
            <p:cNvSpPr/>
            <p:nvPr/>
          </p:nvSpPr>
          <p:spPr>
            <a:xfrm>
              <a:off x="2042850" y="4618150"/>
              <a:ext cx="8400" cy="28125"/>
            </a:xfrm>
            <a:custGeom>
              <a:avLst/>
              <a:gdLst/>
              <a:ahLst/>
              <a:cxnLst/>
              <a:rect l="l" t="t" r="r" b="b"/>
              <a:pathLst>
                <a:path w="336" h="1125" extrusionOk="0">
                  <a:moveTo>
                    <a:pt x="92" y="0"/>
                  </a:moveTo>
                  <a:cubicBezTo>
                    <a:pt x="1" y="30"/>
                    <a:pt x="31" y="274"/>
                    <a:pt x="92" y="578"/>
                  </a:cubicBezTo>
                  <a:cubicBezTo>
                    <a:pt x="153" y="882"/>
                    <a:pt x="244" y="1125"/>
                    <a:pt x="305" y="1125"/>
                  </a:cubicBezTo>
                  <a:cubicBezTo>
                    <a:pt x="335" y="1125"/>
                    <a:pt x="335" y="851"/>
                    <a:pt x="274" y="547"/>
                  </a:cubicBezTo>
                  <a:cubicBezTo>
                    <a:pt x="214" y="243"/>
                    <a:pt x="153" y="0"/>
                    <a:pt x="9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3"/>
            <p:cNvSpPr/>
            <p:nvPr/>
          </p:nvSpPr>
          <p:spPr>
            <a:xfrm>
              <a:off x="2053500" y="4674250"/>
              <a:ext cx="6100" cy="13825"/>
            </a:xfrm>
            <a:custGeom>
              <a:avLst/>
              <a:gdLst/>
              <a:ahLst/>
              <a:cxnLst/>
              <a:rect l="l" t="t" r="r" b="b"/>
              <a:pathLst>
                <a:path w="244" h="553" extrusionOk="0">
                  <a:moveTo>
                    <a:pt x="103" y="1"/>
                  </a:moveTo>
                  <a:cubicBezTo>
                    <a:pt x="99" y="1"/>
                    <a:pt x="95" y="2"/>
                    <a:pt x="92" y="5"/>
                  </a:cubicBezTo>
                  <a:cubicBezTo>
                    <a:pt x="31" y="5"/>
                    <a:pt x="0" y="127"/>
                    <a:pt x="31" y="279"/>
                  </a:cubicBezTo>
                  <a:cubicBezTo>
                    <a:pt x="61" y="461"/>
                    <a:pt x="122" y="552"/>
                    <a:pt x="183" y="552"/>
                  </a:cubicBezTo>
                  <a:cubicBezTo>
                    <a:pt x="244" y="552"/>
                    <a:pt x="244" y="400"/>
                    <a:pt x="213" y="248"/>
                  </a:cubicBezTo>
                  <a:cubicBezTo>
                    <a:pt x="213" y="112"/>
                    <a:pt x="140" y="1"/>
                    <a:pt x="10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3"/>
            <p:cNvSpPr/>
            <p:nvPr/>
          </p:nvSpPr>
          <p:spPr>
            <a:xfrm>
              <a:off x="1978275" y="4688050"/>
              <a:ext cx="276625" cy="47900"/>
            </a:xfrm>
            <a:custGeom>
              <a:avLst/>
              <a:gdLst/>
              <a:ahLst/>
              <a:cxnLst/>
              <a:rect l="l" t="t" r="r" b="b"/>
              <a:pathLst>
                <a:path w="11065" h="1916" extrusionOk="0">
                  <a:moveTo>
                    <a:pt x="0" y="0"/>
                  </a:moveTo>
                  <a:lnTo>
                    <a:pt x="547" y="1794"/>
                  </a:lnTo>
                  <a:lnTo>
                    <a:pt x="11064" y="1915"/>
                  </a:lnTo>
                  <a:lnTo>
                    <a:pt x="10639" y="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3"/>
            <p:cNvSpPr/>
            <p:nvPr/>
          </p:nvSpPr>
          <p:spPr>
            <a:xfrm>
              <a:off x="1635550" y="3542900"/>
              <a:ext cx="401250" cy="1148975"/>
            </a:xfrm>
            <a:custGeom>
              <a:avLst/>
              <a:gdLst/>
              <a:ahLst/>
              <a:cxnLst/>
              <a:rect l="l" t="t" r="r" b="b"/>
              <a:pathLst>
                <a:path w="16050" h="45959" extrusionOk="0">
                  <a:moveTo>
                    <a:pt x="1" y="0"/>
                  </a:moveTo>
                  <a:cubicBezTo>
                    <a:pt x="1" y="31"/>
                    <a:pt x="31" y="61"/>
                    <a:pt x="61" y="122"/>
                  </a:cubicBezTo>
                  <a:lnTo>
                    <a:pt x="213" y="456"/>
                  </a:lnTo>
                  <a:lnTo>
                    <a:pt x="821" y="1733"/>
                  </a:lnTo>
                  <a:cubicBezTo>
                    <a:pt x="1369" y="2888"/>
                    <a:pt x="2128" y="4468"/>
                    <a:pt x="3071" y="6475"/>
                  </a:cubicBezTo>
                  <a:cubicBezTo>
                    <a:pt x="3983" y="8481"/>
                    <a:pt x="5077" y="10852"/>
                    <a:pt x="6262" y="13526"/>
                  </a:cubicBezTo>
                  <a:cubicBezTo>
                    <a:pt x="6840" y="14894"/>
                    <a:pt x="7417" y="16292"/>
                    <a:pt x="8025" y="17782"/>
                  </a:cubicBezTo>
                  <a:cubicBezTo>
                    <a:pt x="8633" y="19241"/>
                    <a:pt x="9180" y="20791"/>
                    <a:pt x="9697" y="22402"/>
                  </a:cubicBezTo>
                  <a:cubicBezTo>
                    <a:pt x="10700" y="25624"/>
                    <a:pt x="11521" y="28724"/>
                    <a:pt x="12281" y="31521"/>
                  </a:cubicBezTo>
                  <a:lnTo>
                    <a:pt x="14256" y="39059"/>
                  </a:lnTo>
                  <a:cubicBezTo>
                    <a:pt x="14803" y="41186"/>
                    <a:pt x="15229" y="42919"/>
                    <a:pt x="15563" y="44104"/>
                  </a:cubicBezTo>
                  <a:cubicBezTo>
                    <a:pt x="15715" y="44712"/>
                    <a:pt x="15837" y="45168"/>
                    <a:pt x="15928" y="45502"/>
                  </a:cubicBezTo>
                  <a:cubicBezTo>
                    <a:pt x="15958" y="45654"/>
                    <a:pt x="15989" y="45746"/>
                    <a:pt x="16019" y="45837"/>
                  </a:cubicBezTo>
                  <a:cubicBezTo>
                    <a:pt x="15989" y="45746"/>
                    <a:pt x="15958" y="45624"/>
                    <a:pt x="15928" y="45472"/>
                  </a:cubicBezTo>
                  <a:cubicBezTo>
                    <a:pt x="15867" y="45138"/>
                    <a:pt x="15746" y="44682"/>
                    <a:pt x="15624" y="44104"/>
                  </a:cubicBezTo>
                  <a:lnTo>
                    <a:pt x="14378" y="38998"/>
                  </a:lnTo>
                  <a:cubicBezTo>
                    <a:pt x="13831" y="36870"/>
                    <a:pt x="13192" y="34317"/>
                    <a:pt x="12433" y="31490"/>
                  </a:cubicBezTo>
                  <a:cubicBezTo>
                    <a:pt x="11673" y="28663"/>
                    <a:pt x="10852" y="25563"/>
                    <a:pt x="9879" y="22341"/>
                  </a:cubicBezTo>
                  <a:cubicBezTo>
                    <a:pt x="9363" y="20730"/>
                    <a:pt x="8785" y="19180"/>
                    <a:pt x="8177" y="17691"/>
                  </a:cubicBezTo>
                  <a:cubicBezTo>
                    <a:pt x="7600" y="16201"/>
                    <a:pt x="6992" y="14803"/>
                    <a:pt x="6414" y="13466"/>
                  </a:cubicBezTo>
                  <a:cubicBezTo>
                    <a:pt x="5229" y="10791"/>
                    <a:pt x="4104" y="8389"/>
                    <a:pt x="3162" y="6414"/>
                  </a:cubicBezTo>
                  <a:cubicBezTo>
                    <a:pt x="2220" y="4408"/>
                    <a:pt x="1429" y="2797"/>
                    <a:pt x="882" y="1702"/>
                  </a:cubicBezTo>
                  <a:lnTo>
                    <a:pt x="244" y="426"/>
                  </a:lnTo>
                  <a:lnTo>
                    <a:pt x="61" y="92"/>
                  </a:lnTo>
                  <a:cubicBezTo>
                    <a:pt x="31" y="31"/>
                    <a:pt x="1" y="0"/>
                    <a:pt x="1" y="0"/>
                  </a:cubicBezTo>
                  <a:close/>
                  <a:moveTo>
                    <a:pt x="16019" y="45837"/>
                  </a:moveTo>
                  <a:cubicBezTo>
                    <a:pt x="16019" y="45898"/>
                    <a:pt x="16019" y="45928"/>
                    <a:pt x="16050" y="45958"/>
                  </a:cubicBezTo>
                  <a:cubicBezTo>
                    <a:pt x="16050" y="45928"/>
                    <a:pt x="16019" y="45867"/>
                    <a:pt x="16019" y="4583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3"/>
            <p:cNvSpPr/>
            <p:nvPr/>
          </p:nvSpPr>
          <p:spPr>
            <a:xfrm>
              <a:off x="1197100" y="4474225"/>
              <a:ext cx="20550" cy="21700"/>
            </a:xfrm>
            <a:custGeom>
              <a:avLst/>
              <a:gdLst/>
              <a:ahLst/>
              <a:cxnLst/>
              <a:rect l="l" t="t" r="r" b="b"/>
              <a:pathLst>
                <a:path w="822" h="868" extrusionOk="0">
                  <a:moveTo>
                    <a:pt x="761" y="1"/>
                  </a:moveTo>
                  <a:cubicBezTo>
                    <a:pt x="681" y="1"/>
                    <a:pt x="520" y="166"/>
                    <a:pt x="335" y="377"/>
                  </a:cubicBezTo>
                  <a:cubicBezTo>
                    <a:pt x="122" y="620"/>
                    <a:pt x="0" y="863"/>
                    <a:pt x="31" y="863"/>
                  </a:cubicBezTo>
                  <a:cubicBezTo>
                    <a:pt x="36" y="866"/>
                    <a:pt x="42" y="867"/>
                    <a:pt x="49" y="867"/>
                  </a:cubicBezTo>
                  <a:cubicBezTo>
                    <a:pt x="123" y="867"/>
                    <a:pt x="292" y="721"/>
                    <a:pt x="487" y="499"/>
                  </a:cubicBezTo>
                  <a:cubicBezTo>
                    <a:pt x="699" y="255"/>
                    <a:pt x="821" y="43"/>
                    <a:pt x="791" y="12"/>
                  </a:cubicBezTo>
                  <a:cubicBezTo>
                    <a:pt x="783" y="4"/>
                    <a:pt x="773" y="1"/>
                    <a:pt x="76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3"/>
            <p:cNvSpPr/>
            <p:nvPr/>
          </p:nvSpPr>
          <p:spPr>
            <a:xfrm>
              <a:off x="1233575" y="443035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0"/>
                  </a:moveTo>
                  <a:cubicBezTo>
                    <a:pt x="699" y="0"/>
                    <a:pt x="529" y="147"/>
                    <a:pt x="335" y="369"/>
                  </a:cubicBezTo>
                  <a:cubicBezTo>
                    <a:pt x="15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9" y="889"/>
                    <a:pt x="318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0"/>
                    <a:pt x="77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3"/>
            <p:cNvSpPr/>
            <p:nvPr/>
          </p:nvSpPr>
          <p:spPr>
            <a:xfrm>
              <a:off x="1270050" y="4386075"/>
              <a:ext cx="19775" cy="22450"/>
            </a:xfrm>
            <a:custGeom>
              <a:avLst/>
              <a:gdLst/>
              <a:ahLst/>
              <a:cxnLst/>
              <a:rect l="l" t="t" r="r" b="b"/>
              <a:pathLst>
                <a:path w="791" h="898" extrusionOk="0">
                  <a:moveTo>
                    <a:pt x="739" y="1"/>
                  </a:moveTo>
                  <a:cubicBezTo>
                    <a:pt x="674" y="1"/>
                    <a:pt x="493" y="166"/>
                    <a:pt x="335" y="377"/>
                  </a:cubicBezTo>
                  <a:cubicBezTo>
                    <a:pt x="122" y="620"/>
                    <a:pt x="0" y="863"/>
                    <a:pt x="31" y="894"/>
                  </a:cubicBezTo>
                  <a:cubicBezTo>
                    <a:pt x="35" y="896"/>
                    <a:pt x="40" y="897"/>
                    <a:pt x="46" y="897"/>
                  </a:cubicBezTo>
                  <a:cubicBezTo>
                    <a:pt x="118" y="897"/>
                    <a:pt x="290" y="724"/>
                    <a:pt x="487" y="499"/>
                  </a:cubicBezTo>
                  <a:cubicBezTo>
                    <a:pt x="669" y="256"/>
                    <a:pt x="791" y="43"/>
                    <a:pt x="760" y="12"/>
                  </a:cubicBezTo>
                  <a:cubicBezTo>
                    <a:pt x="756" y="4"/>
                    <a:pt x="749" y="1"/>
                    <a:pt x="73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3"/>
            <p:cNvSpPr/>
            <p:nvPr/>
          </p:nvSpPr>
          <p:spPr>
            <a:xfrm>
              <a:off x="1305750" y="4341450"/>
              <a:ext cx="19800" cy="22250"/>
            </a:xfrm>
            <a:custGeom>
              <a:avLst/>
              <a:gdLst/>
              <a:ahLst/>
              <a:cxnLst/>
              <a:rect l="l" t="t" r="r" b="b"/>
              <a:pathLst>
                <a:path w="792" h="890" extrusionOk="0">
                  <a:moveTo>
                    <a:pt x="743" y="0"/>
                  </a:moveTo>
                  <a:cubicBezTo>
                    <a:pt x="669" y="0"/>
                    <a:pt x="500" y="146"/>
                    <a:pt x="305" y="369"/>
                  </a:cubicBezTo>
                  <a:cubicBezTo>
                    <a:pt x="123" y="642"/>
                    <a:pt x="1" y="855"/>
                    <a:pt x="31" y="886"/>
                  </a:cubicBezTo>
                  <a:cubicBezTo>
                    <a:pt x="37" y="888"/>
                    <a:pt x="43" y="889"/>
                    <a:pt x="49" y="889"/>
                  </a:cubicBezTo>
                  <a:cubicBezTo>
                    <a:pt x="123" y="889"/>
                    <a:pt x="293" y="743"/>
                    <a:pt x="487" y="521"/>
                  </a:cubicBezTo>
                  <a:cubicBezTo>
                    <a:pt x="670" y="278"/>
                    <a:pt x="791" y="34"/>
                    <a:pt x="761" y="4"/>
                  </a:cubicBezTo>
                  <a:cubicBezTo>
                    <a:pt x="756" y="1"/>
                    <a:pt x="750" y="0"/>
                    <a:pt x="74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3"/>
            <p:cNvSpPr/>
            <p:nvPr/>
          </p:nvSpPr>
          <p:spPr>
            <a:xfrm>
              <a:off x="1340725" y="4296625"/>
              <a:ext cx="20525" cy="22425"/>
            </a:xfrm>
            <a:custGeom>
              <a:avLst/>
              <a:gdLst/>
              <a:ahLst/>
              <a:cxnLst/>
              <a:rect l="l" t="t" r="r" b="b"/>
              <a:pathLst>
                <a:path w="821" h="897" extrusionOk="0">
                  <a:moveTo>
                    <a:pt x="751" y="0"/>
                  </a:moveTo>
                  <a:cubicBezTo>
                    <a:pt x="699" y="0"/>
                    <a:pt x="504" y="174"/>
                    <a:pt x="335" y="399"/>
                  </a:cubicBezTo>
                  <a:cubicBezTo>
                    <a:pt x="152" y="642"/>
                    <a:pt x="0" y="855"/>
                    <a:pt x="61" y="885"/>
                  </a:cubicBezTo>
                  <a:cubicBezTo>
                    <a:pt x="69" y="893"/>
                    <a:pt x="79" y="897"/>
                    <a:pt x="91" y="897"/>
                  </a:cubicBezTo>
                  <a:cubicBezTo>
                    <a:pt x="170" y="897"/>
                    <a:pt x="328" y="732"/>
                    <a:pt x="486" y="520"/>
                  </a:cubicBezTo>
                  <a:cubicBezTo>
                    <a:pt x="699" y="277"/>
                    <a:pt x="821" y="34"/>
                    <a:pt x="760" y="4"/>
                  </a:cubicBezTo>
                  <a:cubicBezTo>
                    <a:pt x="758" y="1"/>
                    <a:pt x="755" y="0"/>
                    <a:pt x="75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3"/>
            <p:cNvSpPr/>
            <p:nvPr/>
          </p:nvSpPr>
          <p:spPr>
            <a:xfrm>
              <a:off x="1376425" y="4251800"/>
              <a:ext cx="19800" cy="22975"/>
            </a:xfrm>
            <a:custGeom>
              <a:avLst/>
              <a:gdLst/>
              <a:ahLst/>
              <a:cxnLst/>
              <a:rect l="l" t="t" r="r" b="b"/>
              <a:pathLst>
                <a:path w="792" h="919" extrusionOk="0">
                  <a:moveTo>
                    <a:pt x="745" y="0"/>
                  </a:moveTo>
                  <a:cubicBezTo>
                    <a:pt x="673" y="0"/>
                    <a:pt x="504" y="173"/>
                    <a:pt x="335" y="399"/>
                  </a:cubicBezTo>
                  <a:cubicBezTo>
                    <a:pt x="122" y="642"/>
                    <a:pt x="1" y="854"/>
                    <a:pt x="62" y="915"/>
                  </a:cubicBezTo>
                  <a:cubicBezTo>
                    <a:pt x="64" y="917"/>
                    <a:pt x="67" y="919"/>
                    <a:pt x="71" y="919"/>
                  </a:cubicBezTo>
                  <a:cubicBezTo>
                    <a:pt x="119" y="919"/>
                    <a:pt x="290" y="745"/>
                    <a:pt x="487" y="520"/>
                  </a:cubicBezTo>
                  <a:cubicBezTo>
                    <a:pt x="669" y="277"/>
                    <a:pt x="791" y="64"/>
                    <a:pt x="761" y="3"/>
                  </a:cubicBezTo>
                  <a:cubicBezTo>
                    <a:pt x="756" y="1"/>
                    <a:pt x="751" y="0"/>
                    <a:pt x="74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3"/>
            <p:cNvSpPr/>
            <p:nvPr/>
          </p:nvSpPr>
          <p:spPr>
            <a:xfrm>
              <a:off x="1411375" y="42077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80" y="1"/>
                  </a:moveTo>
                  <a:cubicBezTo>
                    <a:pt x="725" y="1"/>
                    <a:pt x="533" y="147"/>
                    <a:pt x="366" y="369"/>
                  </a:cubicBezTo>
                  <a:cubicBezTo>
                    <a:pt x="153" y="612"/>
                    <a:pt x="1" y="856"/>
                    <a:pt x="62" y="886"/>
                  </a:cubicBezTo>
                  <a:cubicBezTo>
                    <a:pt x="67" y="889"/>
                    <a:pt x="73" y="890"/>
                    <a:pt x="80" y="890"/>
                  </a:cubicBezTo>
                  <a:cubicBezTo>
                    <a:pt x="154" y="890"/>
                    <a:pt x="323" y="744"/>
                    <a:pt x="518" y="521"/>
                  </a:cubicBezTo>
                  <a:cubicBezTo>
                    <a:pt x="700" y="278"/>
                    <a:pt x="822" y="35"/>
                    <a:pt x="791" y="4"/>
                  </a:cubicBezTo>
                  <a:cubicBezTo>
                    <a:pt x="789" y="2"/>
                    <a:pt x="785" y="1"/>
                    <a:pt x="78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3"/>
            <p:cNvSpPr/>
            <p:nvPr/>
          </p:nvSpPr>
          <p:spPr>
            <a:xfrm>
              <a:off x="1447850" y="4163650"/>
              <a:ext cx="20550" cy="22225"/>
            </a:xfrm>
            <a:custGeom>
              <a:avLst/>
              <a:gdLst/>
              <a:ahLst/>
              <a:cxnLst/>
              <a:rect l="l" t="t" r="r" b="b"/>
              <a:pathLst>
                <a:path w="822" h="889" extrusionOk="0">
                  <a:moveTo>
                    <a:pt x="776" y="0"/>
                  </a:moveTo>
                  <a:cubicBezTo>
                    <a:pt x="704" y="0"/>
                    <a:pt x="532" y="173"/>
                    <a:pt x="335" y="399"/>
                  </a:cubicBezTo>
                  <a:cubicBezTo>
                    <a:pt x="123" y="642"/>
                    <a:pt x="1" y="855"/>
                    <a:pt x="62" y="885"/>
                  </a:cubicBezTo>
                  <a:cubicBezTo>
                    <a:pt x="64" y="887"/>
                    <a:pt x="67" y="888"/>
                    <a:pt x="71" y="888"/>
                  </a:cubicBezTo>
                  <a:cubicBezTo>
                    <a:pt x="123" y="888"/>
                    <a:pt x="318" y="717"/>
                    <a:pt x="487" y="520"/>
                  </a:cubicBezTo>
                  <a:cubicBezTo>
                    <a:pt x="700" y="277"/>
                    <a:pt x="822" y="34"/>
                    <a:pt x="791" y="4"/>
                  </a:cubicBezTo>
                  <a:cubicBezTo>
                    <a:pt x="787" y="1"/>
                    <a:pt x="782" y="0"/>
                    <a:pt x="776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3"/>
            <p:cNvSpPr/>
            <p:nvPr/>
          </p:nvSpPr>
          <p:spPr>
            <a:xfrm>
              <a:off x="1484325" y="4120325"/>
              <a:ext cx="21325" cy="22225"/>
            </a:xfrm>
            <a:custGeom>
              <a:avLst/>
              <a:gdLst/>
              <a:ahLst/>
              <a:cxnLst/>
              <a:rect l="l" t="t" r="r" b="b"/>
              <a:pathLst>
                <a:path w="853" h="889" extrusionOk="0">
                  <a:moveTo>
                    <a:pt x="782" y="1"/>
                  </a:moveTo>
                  <a:cubicBezTo>
                    <a:pt x="730" y="1"/>
                    <a:pt x="535" y="172"/>
                    <a:pt x="366" y="369"/>
                  </a:cubicBezTo>
                  <a:cubicBezTo>
                    <a:pt x="153" y="612"/>
                    <a:pt x="1" y="855"/>
                    <a:pt x="62" y="885"/>
                  </a:cubicBezTo>
                  <a:cubicBezTo>
                    <a:pt x="64" y="888"/>
                    <a:pt x="67" y="889"/>
                    <a:pt x="71" y="889"/>
                  </a:cubicBezTo>
                  <a:cubicBezTo>
                    <a:pt x="123" y="889"/>
                    <a:pt x="318" y="716"/>
                    <a:pt x="487" y="490"/>
                  </a:cubicBezTo>
                  <a:cubicBezTo>
                    <a:pt x="700" y="247"/>
                    <a:pt x="852" y="34"/>
                    <a:pt x="791" y="4"/>
                  </a:cubicBezTo>
                  <a:cubicBezTo>
                    <a:pt x="789" y="2"/>
                    <a:pt x="786" y="1"/>
                    <a:pt x="78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3"/>
            <p:cNvSpPr/>
            <p:nvPr/>
          </p:nvSpPr>
          <p:spPr>
            <a:xfrm>
              <a:off x="1521575" y="4077000"/>
              <a:ext cx="20550" cy="22250"/>
            </a:xfrm>
            <a:custGeom>
              <a:avLst/>
              <a:gdLst/>
              <a:ahLst/>
              <a:cxnLst/>
              <a:rect l="l" t="t" r="r" b="b"/>
              <a:pathLst>
                <a:path w="822" h="890" extrusionOk="0">
                  <a:moveTo>
                    <a:pt x="773" y="1"/>
                  </a:moveTo>
                  <a:cubicBezTo>
                    <a:pt x="699" y="1"/>
                    <a:pt x="529" y="147"/>
                    <a:pt x="335" y="369"/>
                  </a:cubicBezTo>
                  <a:cubicBezTo>
                    <a:pt x="122" y="612"/>
                    <a:pt x="0" y="855"/>
                    <a:pt x="61" y="886"/>
                  </a:cubicBezTo>
                  <a:cubicBezTo>
                    <a:pt x="66" y="888"/>
                    <a:pt x="71" y="889"/>
                    <a:pt x="76" y="889"/>
                  </a:cubicBezTo>
                  <a:cubicBezTo>
                    <a:pt x="145" y="889"/>
                    <a:pt x="290" y="716"/>
                    <a:pt x="487" y="491"/>
                  </a:cubicBezTo>
                  <a:cubicBezTo>
                    <a:pt x="699" y="248"/>
                    <a:pt x="821" y="35"/>
                    <a:pt x="791" y="4"/>
                  </a:cubicBezTo>
                  <a:cubicBezTo>
                    <a:pt x="785" y="2"/>
                    <a:pt x="779" y="1"/>
                    <a:pt x="77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3"/>
            <p:cNvSpPr/>
            <p:nvPr/>
          </p:nvSpPr>
          <p:spPr>
            <a:xfrm>
              <a:off x="1558800" y="4032725"/>
              <a:ext cx="19800" cy="22450"/>
            </a:xfrm>
            <a:custGeom>
              <a:avLst/>
              <a:gdLst/>
              <a:ahLst/>
              <a:cxnLst/>
              <a:rect l="l" t="t" r="r" b="b"/>
              <a:pathLst>
                <a:path w="792" h="898" extrusionOk="0">
                  <a:moveTo>
                    <a:pt x="731" y="1"/>
                  </a:moveTo>
                  <a:cubicBezTo>
                    <a:pt x="651" y="1"/>
                    <a:pt x="489" y="166"/>
                    <a:pt x="305" y="377"/>
                  </a:cubicBezTo>
                  <a:cubicBezTo>
                    <a:pt x="122" y="620"/>
                    <a:pt x="1" y="833"/>
                    <a:pt x="31" y="894"/>
                  </a:cubicBezTo>
                  <a:cubicBezTo>
                    <a:pt x="36" y="896"/>
                    <a:pt x="41" y="897"/>
                    <a:pt x="46" y="897"/>
                  </a:cubicBezTo>
                  <a:cubicBezTo>
                    <a:pt x="119" y="897"/>
                    <a:pt x="288" y="724"/>
                    <a:pt x="457" y="499"/>
                  </a:cubicBezTo>
                  <a:cubicBezTo>
                    <a:pt x="669" y="256"/>
                    <a:pt x="791" y="43"/>
                    <a:pt x="761" y="12"/>
                  </a:cubicBezTo>
                  <a:cubicBezTo>
                    <a:pt x="753" y="4"/>
                    <a:pt x="743" y="1"/>
                    <a:pt x="73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3"/>
            <p:cNvSpPr/>
            <p:nvPr/>
          </p:nvSpPr>
          <p:spPr>
            <a:xfrm>
              <a:off x="1592250" y="3982050"/>
              <a:ext cx="9900" cy="27450"/>
            </a:xfrm>
            <a:custGeom>
              <a:avLst/>
              <a:gdLst/>
              <a:ahLst/>
              <a:cxnLst/>
              <a:rect l="l" t="t" r="r" b="b"/>
              <a:pathLst>
                <a:path w="396" h="1098" extrusionOk="0">
                  <a:moveTo>
                    <a:pt x="354" y="0"/>
                  </a:moveTo>
                  <a:cubicBezTo>
                    <a:pt x="290" y="0"/>
                    <a:pt x="179" y="233"/>
                    <a:pt x="122" y="520"/>
                  </a:cubicBezTo>
                  <a:cubicBezTo>
                    <a:pt x="91" y="641"/>
                    <a:pt x="61" y="793"/>
                    <a:pt x="31" y="915"/>
                  </a:cubicBezTo>
                  <a:cubicBezTo>
                    <a:pt x="0" y="1006"/>
                    <a:pt x="0" y="1067"/>
                    <a:pt x="31" y="1097"/>
                  </a:cubicBezTo>
                  <a:cubicBezTo>
                    <a:pt x="61" y="1097"/>
                    <a:pt x="122" y="1036"/>
                    <a:pt x="152" y="945"/>
                  </a:cubicBezTo>
                  <a:cubicBezTo>
                    <a:pt x="213" y="824"/>
                    <a:pt x="274" y="702"/>
                    <a:pt x="304" y="580"/>
                  </a:cubicBezTo>
                  <a:cubicBezTo>
                    <a:pt x="395" y="277"/>
                    <a:pt x="395" y="3"/>
                    <a:pt x="365" y="3"/>
                  </a:cubicBezTo>
                  <a:cubicBezTo>
                    <a:pt x="361" y="1"/>
                    <a:pt x="358" y="0"/>
                    <a:pt x="35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3"/>
            <p:cNvSpPr/>
            <p:nvPr/>
          </p:nvSpPr>
          <p:spPr>
            <a:xfrm>
              <a:off x="1606675" y="3926575"/>
              <a:ext cx="9150" cy="27500"/>
            </a:xfrm>
            <a:custGeom>
              <a:avLst/>
              <a:gdLst/>
              <a:ahLst/>
              <a:cxnLst/>
              <a:rect l="l" t="t" r="r" b="b"/>
              <a:pathLst>
                <a:path w="366" h="1100" extrusionOk="0">
                  <a:moveTo>
                    <a:pt x="299" y="1"/>
                  </a:moveTo>
                  <a:cubicBezTo>
                    <a:pt x="261" y="1"/>
                    <a:pt x="149" y="233"/>
                    <a:pt x="92" y="520"/>
                  </a:cubicBezTo>
                  <a:cubicBezTo>
                    <a:pt x="31" y="824"/>
                    <a:pt x="1" y="1097"/>
                    <a:pt x="61" y="1097"/>
                  </a:cubicBezTo>
                  <a:cubicBezTo>
                    <a:pt x="65" y="1099"/>
                    <a:pt x="68" y="1100"/>
                    <a:pt x="72" y="1100"/>
                  </a:cubicBezTo>
                  <a:cubicBezTo>
                    <a:pt x="133" y="1100"/>
                    <a:pt x="217" y="867"/>
                    <a:pt x="274" y="581"/>
                  </a:cubicBezTo>
                  <a:cubicBezTo>
                    <a:pt x="365" y="277"/>
                    <a:pt x="365" y="3"/>
                    <a:pt x="305" y="3"/>
                  </a:cubicBezTo>
                  <a:cubicBezTo>
                    <a:pt x="303" y="1"/>
                    <a:pt x="301" y="1"/>
                    <a:pt x="299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3"/>
            <p:cNvSpPr/>
            <p:nvPr/>
          </p:nvSpPr>
          <p:spPr>
            <a:xfrm>
              <a:off x="1619600" y="3870400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74" y="1"/>
                  </a:moveTo>
                  <a:cubicBezTo>
                    <a:pt x="213" y="1"/>
                    <a:pt x="122" y="244"/>
                    <a:pt x="61" y="548"/>
                  </a:cubicBezTo>
                  <a:cubicBezTo>
                    <a:pt x="0" y="852"/>
                    <a:pt x="0" y="1125"/>
                    <a:pt x="61" y="1125"/>
                  </a:cubicBezTo>
                  <a:cubicBezTo>
                    <a:pt x="122" y="1125"/>
                    <a:pt x="213" y="913"/>
                    <a:pt x="274" y="578"/>
                  </a:cubicBezTo>
                  <a:cubicBezTo>
                    <a:pt x="304" y="274"/>
                    <a:pt x="304" y="1"/>
                    <a:pt x="2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3"/>
            <p:cNvSpPr/>
            <p:nvPr/>
          </p:nvSpPr>
          <p:spPr>
            <a:xfrm>
              <a:off x="1630225" y="3814175"/>
              <a:ext cx="7625" cy="28150"/>
            </a:xfrm>
            <a:custGeom>
              <a:avLst/>
              <a:gdLst/>
              <a:ahLst/>
              <a:cxnLst/>
              <a:rect l="l" t="t" r="r" b="b"/>
              <a:pathLst>
                <a:path w="305" h="1126" extrusionOk="0">
                  <a:moveTo>
                    <a:pt x="244" y="1"/>
                  </a:moveTo>
                  <a:cubicBezTo>
                    <a:pt x="183" y="1"/>
                    <a:pt x="92" y="244"/>
                    <a:pt x="31" y="548"/>
                  </a:cubicBezTo>
                  <a:cubicBezTo>
                    <a:pt x="1" y="852"/>
                    <a:pt x="1" y="1125"/>
                    <a:pt x="31" y="1125"/>
                  </a:cubicBezTo>
                  <a:cubicBezTo>
                    <a:pt x="92" y="1125"/>
                    <a:pt x="183" y="882"/>
                    <a:pt x="244" y="578"/>
                  </a:cubicBezTo>
                  <a:cubicBezTo>
                    <a:pt x="305" y="274"/>
                    <a:pt x="305" y="1"/>
                    <a:pt x="24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3"/>
            <p:cNvSpPr/>
            <p:nvPr/>
          </p:nvSpPr>
          <p:spPr>
            <a:xfrm>
              <a:off x="1639350" y="3758650"/>
              <a:ext cx="7625" cy="27500"/>
            </a:xfrm>
            <a:custGeom>
              <a:avLst/>
              <a:gdLst/>
              <a:ahLst/>
              <a:cxnLst/>
              <a:rect l="l" t="t" r="r" b="b"/>
              <a:pathLst>
                <a:path w="305" h="1100" extrusionOk="0">
                  <a:moveTo>
                    <a:pt x="233" y="0"/>
                  </a:moveTo>
                  <a:cubicBezTo>
                    <a:pt x="176" y="0"/>
                    <a:pt x="119" y="233"/>
                    <a:pt x="61" y="519"/>
                  </a:cubicBezTo>
                  <a:cubicBezTo>
                    <a:pt x="1" y="854"/>
                    <a:pt x="1" y="1097"/>
                    <a:pt x="61" y="1097"/>
                  </a:cubicBezTo>
                  <a:cubicBezTo>
                    <a:pt x="63" y="1099"/>
                    <a:pt x="65" y="1099"/>
                    <a:pt x="67" y="1099"/>
                  </a:cubicBezTo>
                  <a:cubicBezTo>
                    <a:pt x="102" y="1099"/>
                    <a:pt x="187" y="867"/>
                    <a:pt x="244" y="580"/>
                  </a:cubicBezTo>
                  <a:cubicBezTo>
                    <a:pt x="305" y="246"/>
                    <a:pt x="305" y="3"/>
                    <a:pt x="244" y="3"/>
                  </a:cubicBezTo>
                  <a:cubicBezTo>
                    <a:pt x="240" y="1"/>
                    <a:pt x="237" y="0"/>
                    <a:pt x="23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3"/>
            <p:cNvSpPr/>
            <p:nvPr/>
          </p:nvSpPr>
          <p:spPr>
            <a:xfrm>
              <a:off x="1648475" y="3710825"/>
              <a:ext cx="6850" cy="19800"/>
            </a:xfrm>
            <a:custGeom>
              <a:avLst/>
              <a:gdLst/>
              <a:ahLst/>
              <a:cxnLst/>
              <a:rect l="l" t="t" r="r" b="b"/>
              <a:pathLst>
                <a:path w="274" h="792" extrusionOk="0">
                  <a:moveTo>
                    <a:pt x="213" y="1"/>
                  </a:moveTo>
                  <a:cubicBezTo>
                    <a:pt x="152" y="1"/>
                    <a:pt x="61" y="153"/>
                    <a:pt x="31" y="365"/>
                  </a:cubicBezTo>
                  <a:cubicBezTo>
                    <a:pt x="0" y="609"/>
                    <a:pt x="0" y="791"/>
                    <a:pt x="61" y="791"/>
                  </a:cubicBezTo>
                  <a:cubicBezTo>
                    <a:pt x="122" y="791"/>
                    <a:pt x="213" y="609"/>
                    <a:pt x="244" y="396"/>
                  </a:cubicBezTo>
                  <a:cubicBezTo>
                    <a:pt x="274" y="183"/>
                    <a:pt x="244" y="1"/>
                    <a:pt x="2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3"/>
            <p:cNvSpPr/>
            <p:nvPr/>
          </p:nvSpPr>
          <p:spPr>
            <a:xfrm>
              <a:off x="1131750" y="4457800"/>
              <a:ext cx="217350" cy="235600"/>
            </a:xfrm>
            <a:custGeom>
              <a:avLst/>
              <a:gdLst/>
              <a:ahLst/>
              <a:cxnLst/>
              <a:rect l="l" t="t" r="r" b="b"/>
              <a:pathLst>
                <a:path w="8694" h="9424" extrusionOk="0">
                  <a:moveTo>
                    <a:pt x="1459" y="1"/>
                  </a:moveTo>
                  <a:lnTo>
                    <a:pt x="0" y="1916"/>
                  </a:lnTo>
                  <a:lnTo>
                    <a:pt x="7356" y="9423"/>
                  </a:lnTo>
                  <a:lnTo>
                    <a:pt x="8694" y="7843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3"/>
            <p:cNvSpPr/>
            <p:nvPr/>
          </p:nvSpPr>
          <p:spPr>
            <a:xfrm>
              <a:off x="1607450" y="3608250"/>
              <a:ext cx="183900" cy="522100"/>
            </a:xfrm>
            <a:custGeom>
              <a:avLst/>
              <a:gdLst/>
              <a:ahLst/>
              <a:cxnLst/>
              <a:rect l="l" t="t" r="r" b="b"/>
              <a:pathLst>
                <a:path w="7356" h="2088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1"/>
                    <a:pt x="5928" y="20884"/>
                    <a:pt x="6047" y="20884"/>
                  </a:cubicBezTo>
                  <a:cubicBezTo>
                    <a:pt x="6048" y="20884"/>
                    <a:pt x="6048" y="20883"/>
                    <a:pt x="6049" y="20882"/>
                  </a:cubicBezTo>
                  <a:cubicBezTo>
                    <a:pt x="6140" y="20669"/>
                    <a:pt x="7356" y="16140"/>
                    <a:pt x="7356" y="161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3"/>
            <p:cNvSpPr/>
            <p:nvPr/>
          </p:nvSpPr>
          <p:spPr>
            <a:xfrm>
              <a:off x="1792100" y="2875700"/>
              <a:ext cx="736350" cy="311450"/>
            </a:xfrm>
            <a:custGeom>
              <a:avLst/>
              <a:gdLst/>
              <a:ahLst/>
              <a:cxnLst/>
              <a:rect l="l" t="t" r="r" b="b"/>
              <a:pathLst>
                <a:path w="29454" h="12458" extrusionOk="0">
                  <a:moveTo>
                    <a:pt x="6414" y="1"/>
                  </a:moveTo>
                  <a:lnTo>
                    <a:pt x="0" y="943"/>
                  </a:lnTo>
                  <a:cubicBezTo>
                    <a:pt x="0" y="943"/>
                    <a:pt x="61" y="1521"/>
                    <a:pt x="3648" y="8299"/>
                  </a:cubicBezTo>
                  <a:cubicBezTo>
                    <a:pt x="5391" y="11596"/>
                    <a:pt x="9897" y="12457"/>
                    <a:pt x="14127" y="12457"/>
                  </a:cubicBezTo>
                  <a:cubicBezTo>
                    <a:pt x="18748" y="12457"/>
                    <a:pt x="23040" y="11430"/>
                    <a:pt x="23040" y="11430"/>
                  </a:cubicBezTo>
                  <a:cubicBezTo>
                    <a:pt x="24286" y="11399"/>
                    <a:pt x="25502" y="11308"/>
                    <a:pt x="26748" y="11156"/>
                  </a:cubicBezTo>
                  <a:cubicBezTo>
                    <a:pt x="28451" y="10852"/>
                    <a:pt x="28420" y="10700"/>
                    <a:pt x="28329" y="10518"/>
                  </a:cubicBezTo>
                  <a:cubicBezTo>
                    <a:pt x="28286" y="10395"/>
                    <a:pt x="28094" y="10353"/>
                    <a:pt x="27833" y="10353"/>
                  </a:cubicBezTo>
                  <a:cubicBezTo>
                    <a:pt x="27273" y="10353"/>
                    <a:pt x="26393" y="10548"/>
                    <a:pt x="25992" y="10548"/>
                  </a:cubicBezTo>
                  <a:cubicBezTo>
                    <a:pt x="25798" y="10548"/>
                    <a:pt x="25716" y="10502"/>
                    <a:pt x="25837" y="10366"/>
                  </a:cubicBezTo>
                  <a:cubicBezTo>
                    <a:pt x="26323" y="9819"/>
                    <a:pt x="29423" y="9636"/>
                    <a:pt x="29210" y="9120"/>
                  </a:cubicBezTo>
                  <a:cubicBezTo>
                    <a:pt x="29134" y="8944"/>
                    <a:pt x="28893" y="8878"/>
                    <a:pt x="28572" y="8878"/>
                  </a:cubicBezTo>
                  <a:cubicBezTo>
                    <a:pt x="27611" y="8878"/>
                    <a:pt x="25928" y="9469"/>
                    <a:pt x="25745" y="9515"/>
                  </a:cubicBezTo>
                  <a:cubicBezTo>
                    <a:pt x="25724" y="9519"/>
                    <a:pt x="25705" y="9522"/>
                    <a:pt x="25686" y="9522"/>
                  </a:cubicBezTo>
                  <a:cubicBezTo>
                    <a:pt x="25460" y="9522"/>
                    <a:pt x="25397" y="9206"/>
                    <a:pt x="25593" y="9150"/>
                  </a:cubicBezTo>
                  <a:cubicBezTo>
                    <a:pt x="25928" y="9089"/>
                    <a:pt x="29454" y="8269"/>
                    <a:pt x="29180" y="7569"/>
                  </a:cubicBezTo>
                  <a:cubicBezTo>
                    <a:pt x="29126" y="7441"/>
                    <a:pt x="29008" y="7399"/>
                    <a:pt x="28878" y="7399"/>
                  </a:cubicBezTo>
                  <a:cubicBezTo>
                    <a:pt x="28639" y="7399"/>
                    <a:pt x="28359" y="7539"/>
                    <a:pt x="28359" y="7539"/>
                  </a:cubicBezTo>
                  <a:cubicBezTo>
                    <a:pt x="28359" y="7539"/>
                    <a:pt x="26015" y="8276"/>
                    <a:pt x="25268" y="8276"/>
                  </a:cubicBezTo>
                  <a:cubicBezTo>
                    <a:pt x="25144" y="8276"/>
                    <a:pt x="25064" y="8256"/>
                    <a:pt x="25046" y="8208"/>
                  </a:cubicBezTo>
                  <a:cubicBezTo>
                    <a:pt x="24925" y="7904"/>
                    <a:pt x="26809" y="7235"/>
                    <a:pt x="27448" y="7053"/>
                  </a:cubicBezTo>
                  <a:cubicBezTo>
                    <a:pt x="28086" y="6901"/>
                    <a:pt x="28238" y="6506"/>
                    <a:pt x="27934" y="6293"/>
                  </a:cubicBezTo>
                  <a:cubicBezTo>
                    <a:pt x="27907" y="6274"/>
                    <a:pt x="27853" y="6265"/>
                    <a:pt x="27777" y="6265"/>
                  </a:cubicBezTo>
                  <a:cubicBezTo>
                    <a:pt x="27246" y="6265"/>
                    <a:pt x="25665" y="6681"/>
                    <a:pt x="25107" y="6840"/>
                  </a:cubicBezTo>
                  <a:cubicBezTo>
                    <a:pt x="24745" y="6943"/>
                    <a:pt x="24032" y="7164"/>
                    <a:pt x="23598" y="7164"/>
                  </a:cubicBezTo>
                  <a:cubicBezTo>
                    <a:pt x="23266" y="7164"/>
                    <a:pt x="23098" y="7035"/>
                    <a:pt x="23375" y="6627"/>
                  </a:cubicBezTo>
                  <a:cubicBezTo>
                    <a:pt x="24013" y="5655"/>
                    <a:pt x="24134" y="4652"/>
                    <a:pt x="23952" y="4378"/>
                  </a:cubicBezTo>
                  <a:cubicBezTo>
                    <a:pt x="23885" y="4289"/>
                    <a:pt x="23790" y="4249"/>
                    <a:pt x="23692" y="4249"/>
                  </a:cubicBezTo>
                  <a:cubicBezTo>
                    <a:pt x="23525" y="4249"/>
                    <a:pt x="23352" y="4368"/>
                    <a:pt x="23314" y="4560"/>
                  </a:cubicBezTo>
                  <a:cubicBezTo>
                    <a:pt x="23223" y="4925"/>
                    <a:pt x="23071" y="5290"/>
                    <a:pt x="22858" y="5624"/>
                  </a:cubicBezTo>
                  <a:cubicBezTo>
                    <a:pt x="22736" y="5898"/>
                    <a:pt x="22523" y="6141"/>
                    <a:pt x="22311" y="6354"/>
                  </a:cubicBezTo>
                  <a:cubicBezTo>
                    <a:pt x="22037" y="6627"/>
                    <a:pt x="21794" y="6810"/>
                    <a:pt x="21581" y="6962"/>
                  </a:cubicBezTo>
                  <a:cubicBezTo>
                    <a:pt x="20570" y="7133"/>
                    <a:pt x="18505" y="7420"/>
                    <a:pt x="16095" y="7420"/>
                  </a:cubicBezTo>
                  <a:cubicBezTo>
                    <a:pt x="14231" y="7420"/>
                    <a:pt x="12162" y="7249"/>
                    <a:pt x="10213" y="6718"/>
                  </a:cubicBezTo>
                  <a:cubicBezTo>
                    <a:pt x="9392" y="6506"/>
                    <a:pt x="6414" y="1"/>
                    <a:pt x="6414" y="1"/>
                  </a:cubicBez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3"/>
            <p:cNvSpPr/>
            <p:nvPr/>
          </p:nvSpPr>
          <p:spPr>
            <a:xfrm>
              <a:off x="1779175" y="2523050"/>
              <a:ext cx="157325" cy="137150"/>
            </a:xfrm>
            <a:custGeom>
              <a:avLst/>
              <a:gdLst/>
              <a:ahLst/>
              <a:cxnLst/>
              <a:rect l="l" t="t" r="r" b="b"/>
              <a:pathLst>
                <a:path w="6293" h="5486" extrusionOk="0">
                  <a:moveTo>
                    <a:pt x="1793" y="0"/>
                  </a:moveTo>
                  <a:cubicBezTo>
                    <a:pt x="1399" y="0"/>
                    <a:pt x="1014" y="182"/>
                    <a:pt x="760" y="520"/>
                  </a:cubicBezTo>
                  <a:cubicBezTo>
                    <a:pt x="487" y="855"/>
                    <a:pt x="304" y="1250"/>
                    <a:pt x="274" y="1675"/>
                  </a:cubicBezTo>
                  <a:cubicBezTo>
                    <a:pt x="0" y="3560"/>
                    <a:pt x="1338" y="5262"/>
                    <a:pt x="3222" y="5475"/>
                  </a:cubicBezTo>
                  <a:cubicBezTo>
                    <a:pt x="3265" y="5482"/>
                    <a:pt x="3309" y="5486"/>
                    <a:pt x="3352" y="5486"/>
                  </a:cubicBezTo>
                  <a:cubicBezTo>
                    <a:pt x="3491" y="5486"/>
                    <a:pt x="3630" y="5446"/>
                    <a:pt x="3770" y="5353"/>
                  </a:cubicBezTo>
                  <a:cubicBezTo>
                    <a:pt x="3922" y="5171"/>
                    <a:pt x="3952" y="4928"/>
                    <a:pt x="3830" y="4715"/>
                  </a:cubicBezTo>
                  <a:cubicBezTo>
                    <a:pt x="3766" y="4603"/>
                    <a:pt x="3685" y="4499"/>
                    <a:pt x="3592" y="4408"/>
                  </a:cubicBezTo>
                  <a:lnTo>
                    <a:pt x="3592" y="4408"/>
                  </a:lnTo>
                  <a:cubicBezTo>
                    <a:pt x="3887" y="4591"/>
                    <a:pt x="4214" y="4677"/>
                    <a:pt x="4536" y="4677"/>
                  </a:cubicBezTo>
                  <a:cubicBezTo>
                    <a:pt x="5299" y="4677"/>
                    <a:pt x="6039" y="4196"/>
                    <a:pt x="6292" y="3377"/>
                  </a:cubicBezTo>
                  <a:cubicBezTo>
                    <a:pt x="5593" y="3317"/>
                    <a:pt x="4985" y="2800"/>
                    <a:pt x="4560" y="2253"/>
                  </a:cubicBezTo>
                  <a:cubicBezTo>
                    <a:pt x="4165" y="1675"/>
                    <a:pt x="3709" y="1128"/>
                    <a:pt x="3192" y="672"/>
                  </a:cubicBezTo>
                  <a:cubicBezTo>
                    <a:pt x="2851" y="421"/>
                    <a:pt x="2424" y="254"/>
                    <a:pt x="2013" y="254"/>
                  </a:cubicBezTo>
                  <a:cubicBezTo>
                    <a:pt x="1737" y="254"/>
                    <a:pt x="1468" y="329"/>
                    <a:pt x="1237" y="504"/>
                  </a:cubicBezTo>
                  <a:lnTo>
                    <a:pt x="1237" y="504"/>
                  </a:lnTo>
                  <a:lnTo>
                    <a:pt x="1885" y="3"/>
                  </a:lnTo>
                  <a:cubicBezTo>
                    <a:pt x="1854" y="1"/>
                    <a:pt x="1824" y="0"/>
                    <a:pt x="1793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3"/>
            <p:cNvSpPr/>
            <p:nvPr/>
          </p:nvSpPr>
          <p:spPr>
            <a:xfrm>
              <a:off x="1592250" y="2320225"/>
              <a:ext cx="269775" cy="619350"/>
            </a:xfrm>
            <a:custGeom>
              <a:avLst/>
              <a:gdLst/>
              <a:ahLst/>
              <a:cxnLst/>
              <a:rect l="l" t="t" r="r" b="b"/>
              <a:pathLst>
                <a:path w="10791" h="24774" extrusionOk="0">
                  <a:moveTo>
                    <a:pt x="6474" y="1"/>
                  </a:moveTo>
                  <a:lnTo>
                    <a:pt x="2189" y="3527"/>
                  </a:lnTo>
                  <a:lnTo>
                    <a:pt x="2310" y="14621"/>
                  </a:lnTo>
                  <a:lnTo>
                    <a:pt x="0" y="14712"/>
                  </a:lnTo>
                  <a:lnTo>
                    <a:pt x="7295" y="24773"/>
                  </a:lnTo>
                  <a:cubicBezTo>
                    <a:pt x="8298" y="20883"/>
                    <a:pt x="9636" y="17266"/>
                    <a:pt x="9666" y="14895"/>
                  </a:cubicBezTo>
                  <a:lnTo>
                    <a:pt x="8207" y="14682"/>
                  </a:lnTo>
                  <a:cubicBezTo>
                    <a:pt x="8146" y="13831"/>
                    <a:pt x="8146" y="12949"/>
                    <a:pt x="8207" y="12068"/>
                  </a:cubicBezTo>
                  <a:cubicBezTo>
                    <a:pt x="8207" y="12068"/>
                    <a:pt x="10487" y="11825"/>
                    <a:pt x="10639" y="9575"/>
                  </a:cubicBezTo>
                  <a:cubicBezTo>
                    <a:pt x="10791" y="7296"/>
                    <a:pt x="10639" y="2037"/>
                    <a:pt x="10639" y="2037"/>
                  </a:cubicBezTo>
                  <a:lnTo>
                    <a:pt x="6474" y="1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3"/>
            <p:cNvSpPr/>
            <p:nvPr/>
          </p:nvSpPr>
          <p:spPr>
            <a:xfrm>
              <a:off x="1832375" y="2459950"/>
              <a:ext cx="14450" cy="14575"/>
            </a:xfrm>
            <a:custGeom>
              <a:avLst/>
              <a:gdLst/>
              <a:ahLst/>
              <a:cxnLst/>
              <a:rect l="l" t="t" r="r" b="b"/>
              <a:pathLst>
                <a:path w="578" h="583" extrusionOk="0">
                  <a:moveTo>
                    <a:pt x="235" y="1"/>
                  </a:moveTo>
                  <a:cubicBezTo>
                    <a:pt x="102" y="1"/>
                    <a:pt x="0" y="139"/>
                    <a:pt x="0" y="278"/>
                  </a:cubicBezTo>
                  <a:cubicBezTo>
                    <a:pt x="0" y="430"/>
                    <a:pt x="122" y="582"/>
                    <a:pt x="274" y="582"/>
                  </a:cubicBezTo>
                  <a:cubicBezTo>
                    <a:pt x="456" y="582"/>
                    <a:pt x="578" y="430"/>
                    <a:pt x="578" y="278"/>
                  </a:cubicBezTo>
                  <a:cubicBezTo>
                    <a:pt x="578" y="126"/>
                    <a:pt x="456" y="5"/>
                    <a:pt x="274" y="5"/>
                  </a:cubicBezTo>
                  <a:cubicBezTo>
                    <a:pt x="261" y="2"/>
                    <a:pt x="247" y="1"/>
                    <a:pt x="23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3"/>
            <p:cNvSpPr/>
            <p:nvPr/>
          </p:nvSpPr>
          <p:spPr>
            <a:xfrm>
              <a:off x="1824000" y="2450175"/>
              <a:ext cx="30425" cy="9225"/>
            </a:xfrm>
            <a:custGeom>
              <a:avLst/>
              <a:gdLst/>
              <a:ahLst/>
              <a:cxnLst/>
              <a:rect l="l" t="t" r="r" b="b"/>
              <a:pathLst>
                <a:path w="1217" h="369" extrusionOk="0">
                  <a:moveTo>
                    <a:pt x="639" y="0"/>
                  </a:moveTo>
                  <a:cubicBezTo>
                    <a:pt x="487" y="0"/>
                    <a:pt x="305" y="31"/>
                    <a:pt x="183" y="122"/>
                  </a:cubicBezTo>
                  <a:cubicBezTo>
                    <a:pt x="62" y="183"/>
                    <a:pt x="1" y="244"/>
                    <a:pt x="62" y="274"/>
                  </a:cubicBezTo>
                  <a:cubicBezTo>
                    <a:pt x="67" y="284"/>
                    <a:pt x="77" y="288"/>
                    <a:pt x="92" y="288"/>
                  </a:cubicBezTo>
                  <a:cubicBezTo>
                    <a:pt x="166" y="288"/>
                    <a:pt x="361" y="183"/>
                    <a:pt x="639" y="183"/>
                  </a:cubicBezTo>
                  <a:cubicBezTo>
                    <a:pt x="920" y="211"/>
                    <a:pt x="1123" y="369"/>
                    <a:pt x="1176" y="369"/>
                  </a:cubicBezTo>
                  <a:cubicBezTo>
                    <a:pt x="1181" y="369"/>
                    <a:pt x="1184" y="368"/>
                    <a:pt x="1186" y="365"/>
                  </a:cubicBezTo>
                  <a:cubicBezTo>
                    <a:pt x="1217" y="335"/>
                    <a:pt x="1186" y="274"/>
                    <a:pt x="1095" y="183"/>
                  </a:cubicBezTo>
                  <a:cubicBezTo>
                    <a:pt x="973" y="61"/>
                    <a:pt x="791" y="0"/>
                    <a:pt x="6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3"/>
            <p:cNvSpPr/>
            <p:nvPr/>
          </p:nvSpPr>
          <p:spPr>
            <a:xfrm>
              <a:off x="1747250" y="2460625"/>
              <a:ext cx="16000" cy="14275"/>
            </a:xfrm>
            <a:custGeom>
              <a:avLst/>
              <a:gdLst/>
              <a:ahLst/>
              <a:cxnLst/>
              <a:rect l="l" t="t" r="r" b="b"/>
              <a:pathLst>
                <a:path w="640" h="571" extrusionOk="0">
                  <a:moveTo>
                    <a:pt x="320" y="0"/>
                  </a:moveTo>
                  <a:cubicBezTo>
                    <a:pt x="183" y="0"/>
                    <a:pt x="46" y="84"/>
                    <a:pt x="31" y="251"/>
                  </a:cubicBezTo>
                  <a:cubicBezTo>
                    <a:pt x="1" y="464"/>
                    <a:pt x="160" y="570"/>
                    <a:pt x="320" y="570"/>
                  </a:cubicBezTo>
                  <a:cubicBezTo>
                    <a:pt x="480" y="570"/>
                    <a:pt x="639" y="464"/>
                    <a:pt x="609" y="251"/>
                  </a:cubicBezTo>
                  <a:cubicBezTo>
                    <a:pt x="594" y="84"/>
                    <a:pt x="457" y="0"/>
                    <a:pt x="3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3"/>
            <p:cNvSpPr/>
            <p:nvPr/>
          </p:nvSpPr>
          <p:spPr>
            <a:xfrm>
              <a:off x="1738150" y="2450175"/>
              <a:ext cx="29650" cy="9225"/>
            </a:xfrm>
            <a:custGeom>
              <a:avLst/>
              <a:gdLst/>
              <a:ahLst/>
              <a:cxnLst/>
              <a:rect l="l" t="t" r="r" b="b"/>
              <a:pathLst>
                <a:path w="1186" h="369" extrusionOk="0">
                  <a:moveTo>
                    <a:pt x="608" y="0"/>
                  </a:moveTo>
                  <a:cubicBezTo>
                    <a:pt x="456" y="0"/>
                    <a:pt x="274" y="31"/>
                    <a:pt x="152" y="122"/>
                  </a:cubicBezTo>
                  <a:cubicBezTo>
                    <a:pt x="61" y="183"/>
                    <a:pt x="0" y="244"/>
                    <a:pt x="31" y="274"/>
                  </a:cubicBezTo>
                  <a:cubicBezTo>
                    <a:pt x="36" y="284"/>
                    <a:pt x="47" y="288"/>
                    <a:pt x="63" y="288"/>
                  </a:cubicBezTo>
                  <a:cubicBezTo>
                    <a:pt x="144" y="288"/>
                    <a:pt x="355" y="183"/>
                    <a:pt x="608" y="183"/>
                  </a:cubicBezTo>
                  <a:cubicBezTo>
                    <a:pt x="889" y="211"/>
                    <a:pt x="1092" y="369"/>
                    <a:pt x="1169" y="369"/>
                  </a:cubicBezTo>
                  <a:cubicBezTo>
                    <a:pt x="1175" y="369"/>
                    <a:pt x="1181" y="368"/>
                    <a:pt x="1186" y="365"/>
                  </a:cubicBezTo>
                  <a:cubicBezTo>
                    <a:pt x="1186" y="335"/>
                    <a:pt x="1125" y="274"/>
                    <a:pt x="1064" y="183"/>
                  </a:cubicBezTo>
                  <a:cubicBezTo>
                    <a:pt x="942" y="61"/>
                    <a:pt x="790" y="0"/>
                    <a:pt x="6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3"/>
            <p:cNvSpPr/>
            <p:nvPr/>
          </p:nvSpPr>
          <p:spPr>
            <a:xfrm>
              <a:off x="1767025" y="2532250"/>
              <a:ext cx="40300" cy="22175"/>
            </a:xfrm>
            <a:custGeom>
              <a:avLst/>
              <a:gdLst/>
              <a:ahLst/>
              <a:cxnLst/>
              <a:rect l="l" t="t" r="r" b="b"/>
              <a:pathLst>
                <a:path w="1612" h="887" extrusionOk="0">
                  <a:moveTo>
                    <a:pt x="91" y="0"/>
                  </a:moveTo>
                  <a:lnTo>
                    <a:pt x="91" y="0"/>
                  </a:lnTo>
                  <a:cubicBezTo>
                    <a:pt x="0" y="365"/>
                    <a:pt x="213" y="760"/>
                    <a:pt x="578" y="821"/>
                  </a:cubicBezTo>
                  <a:cubicBezTo>
                    <a:pt x="684" y="865"/>
                    <a:pt x="796" y="886"/>
                    <a:pt x="907" y="886"/>
                  </a:cubicBezTo>
                  <a:cubicBezTo>
                    <a:pt x="1175" y="886"/>
                    <a:pt x="1439" y="763"/>
                    <a:pt x="1611" y="547"/>
                  </a:cubicBezTo>
                  <a:cubicBezTo>
                    <a:pt x="1094" y="426"/>
                    <a:pt x="578" y="243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3"/>
            <p:cNvSpPr/>
            <p:nvPr/>
          </p:nvSpPr>
          <p:spPr>
            <a:xfrm>
              <a:off x="1722175" y="2596825"/>
              <a:ext cx="75250" cy="39625"/>
            </a:xfrm>
            <a:custGeom>
              <a:avLst/>
              <a:gdLst/>
              <a:ahLst/>
              <a:cxnLst/>
              <a:rect l="l" t="t" r="r" b="b"/>
              <a:pathLst>
                <a:path w="3010" h="1585" extrusionOk="0">
                  <a:moveTo>
                    <a:pt x="1" y="1"/>
                  </a:moveTo>
                  <a:cubicBezTo>
                    <a:pt x="1" y="1"/>
                    <a:pt x="635" y="1585"/>
                    <a:pt x="2771" y="1585"/>
                  </a:cubicBezTo>
                  <a:cubicBezTo>
                    <a:pt x="2829" y="1585"/>
                    <a:pt x="2889" y="1584"/>
                    <a:pt x="2949" y="1581"/>
                  </a:cubicBezTo>
                  <a:lnTo>
                    <a:pt x="3010" y="1004"/>
                  </a:lnTo>
                  <a:cubicBezTo>
                    <a:pt x="1916" y="973"/>
                    <a:pt x="882" y="609"/>
                    <a:pt x="1" y="1"/>
                  </a:cubicBezTo>
                  <a:close/>
                </a:path>
              </a:pathLst>
            </a:custGeom>
            <a:solidFill>
              <a:srgbClr val="D787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3"/>
            <p:cNvSpPr/>
            <p:nvPr/>
          </p:nvSpPr>
          <p:spPr>
            <a:xfrm>
              <a:off x="1555000" y="2281950"/>
              <a:ext cx="329075" cy="330875"/>
            </a:xfrm>
            <a:custGeom>
              <a:avLst/>
              <a:gdLst/>
              <a:ahLst/>
              <a:cxnLst/>
              <a:rect l="l" t="t" r="r" b="b"/>
              <a:pathLst>
                <a:path w="13163" h="13235" extrusionOk="0">
                  <a:moveTo>
                    <a:pt x="7426" y="1"/>
                  </a:moveTo>
                  <a:cubicBezTo>
                    <a:pt x="7050" y="1"/>
                    <a:pt x="6734" y="42"/>
                    <a:pt x="6475" y="42"/>
                  </a:cubicBezTo>
                  <a:cubicBezTo>
                    <a:pt x="5654" y="42"/>
                    <a:pt x="1612" y="985"/>
                    <a:pt x="244" y="5666"/>
                  </a:cubicBezTo>
                  <a:cubicBezTo>
                    <a:pt x="153" y="6182"/>
                    <a:pt x="62" y="6669"/>
                    <a:pt x="31" y="7155"/>
                  </a:cubicBezTo>
                  <a:cubicBezTo>
                    <a:pt x="1" y="8219"/>
                    <a:pt x="62" y="12413"/>
                    <a:pt x="3891" y="13234"/>
                  </a:cubicBezTo>
                  <a:lnTo>
                    <a:pt x="3709" y="6790"/>
                  </a:lnTo>
                  <a:cubicBezTo>
                    <a:pt x="3709" y="6790"/>
                    <a:pt x="7478" y="6426"/>
                    <a:pt x="8147" y="3021"/>
                  </a:cubicBezTo>
                  <a:cubicBezTo>
                    <a:pt x="8360" y="3538"/>
                    <a:pt x="8755" y="4663"/>
                    <a:pt x="8512" y="5574"/>
                  </a:cubicBezTo>
                  <a:lnTo>
                    <a:pt x="11369" y="6547"/>
                  </a:lnTo>
                  <a:lnTo>
                    <a:pt x="12189" y="6790"/>
                  </a:lnTo>
                  <a:cubicBezTo>
                    <a:pt x="12524" y="5939"/>
                    <a:pt x="12615" y="5027"/>
                    <a:pt x="12433" y="4146"/>
                  </a:cubicBezTo>
                  <a:lnTo>
                    <a:pt x="12433" y="4146"/>
                  </a:lnTo>
                  <a:cubicBezTo>
                    <a:pt x="12615" y="4511"/>
                    <a:pt x="12737" y="4906"/>
                    <a:pt x="12858" y="5270"/>
                  </a:cubicBezTo>
                  <a:cubicBezTo>
                    <a:pt x="13041" y="5939"/>
                    <a:pt x="13041" y="6365"/>
                    <a:pt x="13071" y="6365"/>
                  </a:cubicBezTo>
                  <a:cubicBezTo>
                    <a:pt x="13162" y="6000"/>
                    <a:pt x="13132" y="5605"/>
                    <a:pt x="13041" y="5240"/>
                  </a:cubicBezTo>
                  <a:cubicBezTo>
                    <a:pt x="12858" y="4450"/>
                    <a:pt x="12524" y="3720"/>
                    <a:pt x="12037" y="3082"/>
                  </a:cubicBezTo>
                  <a:cubicBezTo>
                    <a:pt x="11794" y="2656"/>
                    <a:pt x="11521" y="2261"/>
                    <a:pt x="11186" y="1897"/>
                  </a:cubicBezTo>
                  <a:cubicBezTo>
                    <a:pt x="9576" y="243"/>
                    <a:pt x="8330" y="1"/>
                    <a:pt x="7426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3"/>
            <p:cNvSpPr/>
            <p:nvPr/>
          </p:nvSpPr>
          <p:spPr>
            <a:xfrm>
              <a:off x="1793625" y="2457025"/>
              <a:ext cx="21300" cy="68750"/>
            </a:xfrm>
            <a:custGeom>
              <a:avLst/>
              <a:gdLst/>
              <a:ahLst/>
              <a:cxnLst/>
              <a:rect l="l" t="t" r="r" b="b"/>
              <a:pathLst>
                <a:path w="852" h="2750" extrusionOk="0">
                  <a:moveTo>
                    <a:pt x="0" y="0"/>
                  </a:moveTo>
                  <a:cubicBezTo>
                    <a:pt x="0" y="152"/>
                    <a:pt x="61" y="334"/>
                    <a:pt x="122" y="486"/>
                  </a:cubicBezTo>
                  <a:cubicBezTo>
                    <a:pt x="213" y="790"/>
                    <a:pt x="334" y="1216"/>
                    <a:pt x="486" y="1672"/>
                  </a:cubicBezTo>
                  <a:cubicBezTo>
                    <a:pt x="578" y="1915"/>
                    <a:pt x="638" y="2128"/>
                    <a:pt x="699" y="2340"/>
                  </a:cubicBezTo>
                  <a:cubicBezTo>
                    <a:pt x="760" y="2401"/>
                    <a:pt x="760" y="2492"/>
                    <a:pt x="760" y="2584"/>
                  </a:cubicBezTo>
                  <a:cubicBezTo>
                    <a:pt x="730" y="2675"/>
                    <a:pt x="669" y="2675"/>
                    <a:pt x="578" y="2675"/>
                  </a:cubicBezTo>
                  <a:cubicBezTo>
                    <a:pt x="395" y="2675"/>
                    <a:pt x="243" y="2675"/>
                    <a:pt x="61" y="2736"/>
                  </a:cubicBezTo>
                  <a:cubicBezTo>
                    <a:pt x="182" y="2736"/>
                    <a:pt x="290" y="2749"/>
                    <a:pt x="403" y="2749"/>
                  </a:cubicBezTo>
                  <a:cubicBezTo>
                    <a:pt x="459" y="2749"/>
                    <a:pt x="517" y="2746"/>
                    <a:pt x="578" y="2736"/>
                  </a:cubicBezTo>
                  <a:lnTo>
                    <a:pt x="699" y="2736"/>
                  </a:lnTo>
                  <a:cubicBezTo>
                    <a:pt x="760" y="2736"/>
                    <a:pt x="821" y="2675"/>
                    <a:pt x="851" y="2614"/>
                  </a:cubicBezTo>
                  <a:cubicBezTo>
                    <a:pt x="851" y="2523"/>
                    <a:pt x="851" y="2401"/>
                    <a:pt x="790" y="2310"/>
                  </a:cubicBezTo>
                  <a:lnTo>
                    <a:pt x="608" y="1641"/>
                  </a:lnTo>
                  <a:cubicBezTo>
                    <a:pt x="456" y="1185"/>
                    <a:pt x="304" y="760"/>
                    <a:pt x="213" y="456"/>
                  </a:cubicBezTo>
                  <a:cubicBezTo>
                    <a:pt x="152" y="304"/>
                    <a:pt x="91" y="152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3"/>
            <p:cNvSpPr/>
            <p:nvPr/>
          </p:nvSpPr>
          <p:spPr>
            <a:xfrm>
              <a:off x="1623400" y="2417250"/>
              <a:ext cx="269775" cy="92725"/>
            </a:xfrm>
            <a:custGeom>
              <a:avLst/>
              <a:gdLst/>
              <a:ahLst/>
              <a:cxnLst/>
              <a:rect l="l" t="t" r="r" b="b"/>
              <a:pathLst>
                <a:path w="10791" h="3709" extrusionOk="0">
                  <a:moveTo>
                    <a:pt x="4839" y="1"/>
                  </a:moveTo>
                  <a:cubicBezTo>
                    <a:pt x="4653" y="1"/>
                    <a:pt x="4464" y="30"/>
                    <a:pt x="4286" y="102"/>
                  </a:cubicBezTo>
                  <a:cubicBezTo>
                    <a:pt x="3921" y="223"/>
                    <a:pt x="3617" y="436"/>
                    <a:pt x="3405" y="740"/>
                  </a:cubicBezTo>
                  <a:cubicBezTo>
                    <a:pt x="3192" y="1074"/>
                    <a:pt x="3070" y="1439"/>
                    <a:pt x="3070" y="1834"/>
                  </a:cubicBezTo>
                  <a:cubicBezTo>
                    <a:pt x="3070" y="1956"/>
                    <a:pt x="3070" y="2077"/>
                    <a:pt x="3101" y="2229"/>
                  </a:cubicBezTo>
                  <a:cubicBezTo>
                    <a:pt x="2888" y="2229"/>
                    <a:pt x="2280" y="2321"/>
                    <a:pt x="1581" y="2473"/>
                  </a:cubicBezTo>
                  <a:cubicBezTo>
                    <a:pt x="1064" y="2564"/>
                    <a:pt x="517" y="2685"/>
                    <a:pt x="0" y="2868"/>
                  </a:cubicBezTo>
                  <a:cubicBezTo>
                    <a:pt x="547" y="2807"/>
                    <a:pt x="1095" y="2746"/>
                    <a:pt x="1611" y="2624"/>
                  </a:cubicBezTo>
                  <a:cubicBezTo>
                    <a:pt x="2310" y="2473"/>
                    <a:pt x="2918" y="2351"/>
                    <a:pt x="3101" y="2260"/>
                  </a:cubicBezTo>
                  <a:cubicBezTo>
                    <a:pt x="3222" y="2898"/>
                    <a:pt x="3678" y="3384"/>
                    <a:pt x="4256" y="3597"/>
                  </a:cubicBezTo>
                  <a:cubicBezTo>
                    <a:pt x="4469" y="3672"/>
                    <a:pt x="4685" y="3709"/>
                    <a:pt x="4897" y="3709"/>
                  </a:cubicBezTo>
                  <a:cubicBezTo>
                    <a:pt x="5292" y="3709"/>
                    <a:pt x="5672" y="3580"/>
                    <a:pt x="5988" y="3324"/>
                  </a:cubicBezTo>
                  <a:cubicBezTo>
                    <a:pt x="6323" y="3080"/>
                    <a:pt x="6566" y="2716"/>
                    <a:pt x="6627" y="2321"/>
                  </a:cubicBezTo>
                  <a:cubicBezTo>
                    <a:pt x="6657" y="2199"/>
                    <a:pt x="6687" y="2077"/>
                    <a:pt x="6687" y="1986"/>
                  </a:cubicBezTo>
                  <a:lnTo>
                    <a:pt x="6900" y="1986"/>
                  </a:lnTo>
                  <a:cubicBezTo>
                    <a:pt x="6991" y="1986"/>
                    <a:pt x="7083" y="1986"/>
                    <a:pt x="7174" y="1956"/>
                  </a:cubicBezTo>
                  <a:cubicBezTo>
                    <a:pt x="7174" y="2321"/>
                    <a:pt x="7295" y="2655"/>
                    <a:pt x="7508" y="2959"/>
                  </a:cubicBezTo>
                  <a:cubicBezTo>
                    <a:pt x="7721" y="3232"/>
                    <a:pt x="8025" y="3476"/>
                    <a:pt x="8359" y="3597"/>
                  </a:cubicBezTo>
                  <a:cubicBezTo>
                    <a:pt x="8562" y="3668"/>
                    <a:pt x="8768" y="3702"/>
                    <a:pt x="8970" y="3702"/>
                  </a:cubicBezTo>
                  <a:cubicBezTo>
                    <a:pt x="9376" y="3702"/>
                    <a:pt x="9768" y="3567"/>
                    <a:pt x="10092" y="3324"/>
                  </a:cubicBezTo>
                  <a:cubicBezTo>
                    <a:pt x="10426" y="3050"/>
                    <a:pt x="10669" y="2716"/>
                    <a:pt x="10760" y="2321"/>
                  </a:cubicBezTo>
                  <a:cubicBezTo>
                    <a:pt x="10791" y="2199"/>
                    <a:pt x="10791" y="2077"/>
                    <a:pt x="10791" y="1986"/>
                  </a:cubicBezTo>
                  <a:cubicBezTo>
                    <a:pt x="10791" y="1956"/>
                    <a:pt x="10791" y="1895"/>
                    <a:pt x="10791" y="1865"/>
                  </a:cubicBezTo>
                  <a:cubicBezTo>
                    <a:pt x="10760" y="1865"/>
                    <a:pt x="10791" y="2017"/>
                    <a:pt x="10700" y="2290"/>
                  </a:cubicBezTo>
                  <a:cubicBezTo>
                    <a:pt x="10608" y="2685"/>
                    <a:pt x="10365" y="3020"/>
                    <a:pt x="10061" y="3232"/>
                  </a:cubicBezTo>
                  <a:cubicBezTo>
                    <a:pt x="9849" y="3415"/>
                    <a:pt x="9605" y="3506"/>
                    <a:pt x="9332" y="3567"/>
                  </a:cubicBezTo>
                  <a:cubicBezTo>
                    <a:pt x="9231" y="3587"/>
                    <a:pt x="9129" y="3597"/>
                    <a:pt x="9028" y="3597"/>
                  </a:cubicBezTo>
                  <a:cubicBezTo>
                    <a:pt x="8825" y="3597"/>
                    <a:pt x="8623" y="3557"/>
                    <a:pt x="8420" y="3476"/>
                  </a:cubicBezTo>
                  <a:cubicBezTo>
                    <a:pt x="7356" y="3080"/>
                    <a:pt x="6961" y="1773"/>
                    <a:pt x="7630" y="862"/>
                  </a:cubicBezTo>
                  <a:cubicBezTo>
                    <a:pt x="7812" y="558"/>
                    <a:pt x="8086" y="375"/>
                    <a:pt x="8420" y="254"/>
                  </a:cubicBezTo>
                  <a:cubicBezTo>
                    <a:pt x="8615" y="178"/>
                    <a:pt x="8818" y="141"/>
                    <a:pt x="9020" y="141"/>
                  </a:cubicBezTo>
                  <a:cubicBezTo>
                    <a:pt x="9385" y="141"/>
                    <a:pt x="9748" y="262"/>
                    <a:pt x="10061" y="497"/>
                  </a:cubicBezTo>
                  <a:cubicBezTo>
                    <a:pt x="10365" y="710"/>
                    <a:pt x="10608" y="1044"/>
                    <a:pt x="10700" y="1439"/>
                  </a:cubicBezTo>
                  <a:cubicBezTo>
                    <a:pt x="10791" y="1713"/>
                    <a:pt x="10791" y="1865"/>
                    <a:pt x="10791" y="1865"/>
                  </a:cubicBezTo>
                  <a:cubicBezTo>
                    <a:pt x="10791" y="1834"/>
                    <a:pt x="10791" y="1773"/>
                    <a:pt x="10791" y="1743"/>
                  </a:cubicBezTo>
                  <a:cubicBezTo>
                    <a:pt x="10791" y="1652"/>
                    <a:pt x="10791" y="1530"/>
                    <a:pt x="10760" y="1439"/>
                  </a:cubicBezTo>
                  <a:cubicBezTo>
                    <a:pt x="10669" y="1014"/>
                    <a:pt x="10426" y="679"/>
                    <a:pt x="10092" y="406"/>
                  </a:cubicBezTo>
                  <a:cubicBezTo>
                    <a:pt x="9879" y="223"/>
                    <a:pt x="9636" y="102"/>
                    <a:pt x="9332" y="71"/>
                  </a:cubicBezTo>
                  <a:cubicBezTo>
                    <a:pt x="9206" y="46"/>
                    <a:pt x="9075" y="31"/>
                    <a:pt x="8943" y="31"/>
                  </a:cubicBezTo>
                  <a:cubicBezTo>
                    <a:pt x="8756" y="31"/>
                    <a:pt x="8568" y="61"/>
                    <a:pt x="8390" y="132"/>
                  </a:cubicBezTo>
                  <a:cubicBezTo>
                    <a:pt x="8025" y="254"/>
                    <a:pt x="7751" y="466"/>
                    <a:pt x="7508" y="770"/>
                  </a:cubicBezTo>
                  <a:cubicBezTo>
                    <a:pt x="7295" y="1105"/>
                    <a:pt x="7174" y="1469"/>
                    <a:pt x="7174" y="1865"/>
                  </a:cubicBezTo>
                  <a:cubicBezTo>
                    <a:pt x="7174" y="1865"/>
                    <a:pt x="7174" y="1865"/>
                    <a:pt x="7174" y="1895"/>
                  </a:cubicBezTo>
                  <a:cubicBezTo>
                    <a:pt x="7083" y="1865"/>
                    <a:pt x="6991" y="1865"/>
                    <a:pt x="6900" y="1865"/>
                  </a:cubicBezTo>
                  <a:lnTo>
                    <a:pt x="6687" y="1865"/>
                  </a:lnTo>
                  <a:cubicBezTo>
                    <a:pt x="6627" y="1865"/>
                    <a:pt x="6566" y="1895"/>
                    <a:pt x="6566" y="1895"/>
                  </a:cubicBezTo>
                  <a:cubicBezTo>
                    <a:pt x="6566" y="1925"/>
                    <a:pt x="6596" y="1956"/>
                    <a:pt x="6657" y="1956"/>
                  </a:cubicBezTo>
                  <a:cubicBezTo>
                    <a:pt x="6657" y="2047"/>
                    <a:pt x="6627" y="2169"/>
                    <a:pt x="6596" y="2290"/>
                  </a:cubicBezTo>
                  <a:cubicBezTo>
                    <a:pt x="6505" y="2655"/>
                    <a:pt x="6262" y="2989"/>
                    <a:pt x="5958" y="3232"/>
                  </a:cubicBezTo>
                  <a:cubicBezTo>
                    <a:pt x="5745" y="3384"/>
                    <a:pt x="5472" y="3506"/>
                    <a:pt x="5228" y="3536"/>
                  </a:cubicBezTo>
                  <a:cubicBezTo>
                    <a:pt x="5121" y="3558"/>
                    <a:pt x="5009" y="3568"/>
                    <a:pt x="4898" y="3568"/>
                  </a:cubicBezTo>
                  <a:cubicBezTo>
                    <a:pt x="4695" y="3568"/>
                    <a:pt x="4493" y="3534"/>
                    <a:pt x="4317" y="3476"/>
                  </a:cubicBezTo>
                  <a:cubicBezTo>
                    <a:pt x="3253" y="3080"/>
                    <a:pt x="2827" y="1743"/>
                    <a:pt x="3526" y="831"/>
                  </a:cubicBezTo>
                  <a:cubicBezTo>
                    <a:pt x="3851" y="362"/>
                    <a:pt x="4369" y="118"/>
                    <a:pt x="4902" y="118"/>
                  </a:cubicBezTo>
                  <a:cubicBezTo>
                    <a:pt x="5266" y="118"/>
                    <a:pt x="5637" y="232"/>
                    <a:pt x="5958" y="466"/>
                  </a:cubicBezTo>
                  <a:cubicBezTo>
                    <a:pt x="6262" y="679"/>
                    <a:pt x="6505" y="1014"/>
                    <a:pt x="6596" y="1409"/>
                  </a:cubicBezTo>
                  <a:cubicBezTo>
                    <a:pt x="6687" y="1682"/>
                    <a:pt x="6687" y="1834"/>
                    <a:pt x="6687" y="1834"/>
                  </a:cubicBezTo>
                  <a:cubicBezTo>
                    <a:pt x="6687" y="1804"/>
                    <a:pt x="6687" y="1743"/>
                    <a:pt x="6687" y="1713"/>
                  </a:cubicBezTo>
                  <a:cubicBezTo>
                    <a:pt x="6687" y="1621"/>
                    <a:pt x="6657" y="1500"/>
                    <a:pt x="6627" y="1409"/>
                  </a:cubicBezTo>
                  <a:cubicBezTo>
                    <a:pt x="6566" y="983"/>
                    <a:pt x="6323" y="649"/>
                    <a:pt x="5988" y="375"/>
                  </a:cubicBezTo>
                  <a:cubicBezTo>
                    <a:pt x="5776" y="193"/>
                    <a:pt x="5532" y="71"/>
                    <a:pt x="5228" y="41"/>
                  </a:cubicBezTo>
                  <a:cubicBezTo>
                    <a:pt x="5103" y="16"/>
                    <a:pt x="4971" y="1"/>
                    <a:pt x="483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3"/>
            <p:cNvSpPr/>
            <p:nvPr/>
          </p:nvSpPr>
          <p:spPr>
            <a:xfrm>
              <a:off x="1461550" y="2544325"/>
              <a:ext cx="156550" cy="136875"/>
            </a:xfrm>
            <a:custGeom>
              <a:avLst/>
              <a:gdLst/>
              <a:ahLst/>
              <a:cxnLst/>
              <a:rect l="l" t="t" r="r" b="b"/>
              <a:pathLst>
                <a:path w="6262" h="5475" extrusionOk="0">
                  <a:moveTo>
                    <a:pt x="4500" y="0"/>
                  </a:moveTo>
                  <a:cubicBezTo>
                    <a:pt x="4469" y="0"/>
                    <a:pt x="4438" y="1"/>
                    <a:pt x="4407" y="4"/>
                  </a:cubicBezTo>
                  <a:lnTo>
                    <a:pt x="5028" y="476"/>
                  </a:lnTo>
                  <a:lnTo>
                    <a:pt x="5028" y="476"/>
                  </a:lnTo>
                  <a:cubicBezTo>
                    <a:pt x="4814" y="317"/>
                    <a:pt x="4560" y="248"/>
                    <a:pt x="4296" y="248"/>
                  </a:cubicBezTo>
                  <a:cubicBezTo>
                    <a:pt x="3885" y="248"/>
                    <a:pt x="3448" y="416"/>
                    <a:pt x="3100" y="672"/>
                  </a:cubicBezTo>
                  <a:cubicBezTo>
                    <a:pt x="2584" y="1128"/>
                    <a:pt x="2128" y="1675"/>
                    <a:pt x="1733" y="2253"/>
                  </a:cubicBezTo>
                  <a:cubicBezTo>
                    <a:pt x="1277" y="2800"/>
                    <a:pt x="699" y="3317"/>
                    <a:pt x="0" y="3347"/>
                  </a:cubicBezTo>
                  <a:cubicBezTo>
                    <a:pt x="234" y="4187"/>
                    <a:pt x="983" y="4675"/>
                    <a:pt x="1747" y="4675"/>
                  </a:cubicBezTo>
                  <a:cubicBezTo>
                    <a:pt x="2085" y="4675"/>
                    <a:pt x="2426" y="4579"/>
                    <a:pt x="2727" y="4376"/>
                  </a:cubicBezTo>
                  <a:lnTo>
                    <a:pt x="2727" y="4376"/>
                  </a:lnTo>
                  <a:cubicBezTo>
                    <a:pt x="2626" y="4470"/>
                    <a:pt x="2533" y="4577"/>
                    <a:pt x="2462" y="4684"/>
                  </a:cubicBezTo>
                  <a:cubicBezTo>
                    <a:pt x="2341" y="4897"/>
                    <a:pt x="2371" y="5171"/>
                    <a:pt x="2523" y="5353"/>
                  </a:cubicBezTo>
                  <a:cubicBezTo>
                    <a:pt x="2624" y="5434"/>
                    <a:pt x="2753" y="5475"/>
                    <a:pt x="2881" y="5475"/>
                  </a:cubicBezTo>
                  <a:cubicBezTo>
                    <a:pt x="2945" y="5475"/>
                    <a:pt x="3009" y="5465"/>
                    <a:pt x="3070" y="5444"/>
                  </a:cubicBezTo>
                  <a:cubicBezTo>
                    <a:pt x="4955" y="5232"/>
                    <a:pt x="6262" y="3529"/>
                    <a:pt x="6018" y="1675"/>
                  </a:cubicBezTo>
                  <a:cubicBezTo>
                    <a:pt x="5988" y="1250"/>
                    <a:pt x="5806" y="824"/>
                    <a:pt x="5532" y="490"/>
                  </a:cubicBezTo>
                  <a:cubicBezTo>
                    <a:pt x="5278" y="180"/>
                    <a:pt x="4894" y="0"/>
                    <a:pt x="450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3"/>
            <p:cNvSpPr/>
            <p:nvPr/>
          </p:nvSpPr>
          <p:spPr>
            <a:xfrm>
              <a:off x="1571725" y="2549600"/>
              <a:ext cx="42575" cy="51050"/>
            </a:xfrm>
            <a:custGeom>
              <a:avLst/>
              <a:gdLst/>
              <a:ahLst/>
              <a:cxnLst/>
              <a:rect l="l" t="t" r="r" b="b"/>
              <a:pathLst>
                <a:path w="1703" h="2042" extrusionOk="0">
                  <a:moveTo>
                    <a:pt x="147" y="1"/>
                  </a:moveTo>
                  <a:cubicBezTo>
                    <a:pt x="51" y="1"/>
                    <a:pt x="0" y="18"/>
                    <a:pt x="0" y="36"/>
                  </a:cubicBezTo>
                  <a:cubicBezTo>
                    <a:pt x="0" y="66"/>
                    <a:pt x="152" y="96"/>
                    <a:pt x="396" y="188"/>
                  </a:cubicBezTo>
                  <a:cubicBezTo>
                    <a:pt x="700" y="279"/>
                    <a:pt x="973" y="461"/>
                    <a:pt x="1186" y="735"/>
                  </a:cubicBezTo>
                  <a:cubicBezTo>
                    <a:pt x="1399" y="978"/>
                    <a:pt x="1520" y="1282"/>
                    <a:pt x="1581" y="1616"/>
                  </a:cubicBezTo>
                  <a:cubicBezTo>
                    <a:pt x="1611" y="1890"/>
                    <a:pt x="1581" y="2042"/>
                    <a:pt x="1611" y="2042"/>
                  </a:cubicBezTo>
                  <a:cubicBezTo>
                    <a:pt x="1642" y="2042"/>
                    <a:pt x="1703" y="1890"/>
                    <a:pt x="1703" y="1616"/>
                  </a:cubicBezTo>
                  <a:cubicBezTo>
                    <a:pt x="1703" y="1252"/>
                    <a:pt x="1581" y="887"/>
                    <a:pt x="1338" y="613"/>
                  </a:cubicBezTo>
                  <a:cubicBezTo>
                    <a:pt x="1095" y="309"/>
                    <a:pt x="791" y="127"/>
                    <a:pt x="426" y="36"/>
                  </a:cubicBezTo>
                  <a:cubicBezTo>
                    <a:pt x="310" y="10"/>
                    <a:pt x="216" y="1"/>
                    <a:pt x="1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3"/>
            <p:cNvSpPr/>
            <p:nvPr/>
          </p:nvSpPr>
          <p:spPr>
            <a:xfrm>
              <a:off x="1873400" y="2553525"/>
              <a:ext cx="77525" cy="43575"/>
            </a:xfrm>
            <a:custGeom>
              <a:avLst/>
              <a:gdLst/>
              <a:ahLst/>
              <a:cxnLst/>
              <a:rect l="l" t="t" r="r" b="b"/>
              <a:pathLst>
                <a:path w="3101" h="1743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243"/>
                    <a:pt x="153" y="456"/>
                    <a:pt x="335" y="639"/>
                  </a:cubicBezTo>
                  <a:cubicBezTo>
                    <a:pt x="517" y="851"/>
                    <a:pt x="700" y="1064"/>
                    <a:pt x="912" y="1216"/>
                  </a:cubicBezTo>
                  <a:cubicBezTo>
                    <a:pt x="1156" y="1429"/>
                    <a:pt x="1460" y="1611"/>
                    <a:pt x="1794" y="1702"/>
                  </a:cubicBezTo>
                  <a:cubicBezTo>
                    <a:pt x="1891" y="1729"/>
                    <a:pt x="1994" y="1743"/>
                    <a:pt x="2097" y="1743"/>
                  </a:cubicBezTo>
                  <a:cubicBezTo>
                    <a:pt x="2348" y="1743"/>
                    <a:pt x="2603" y="1662"/>
                    <a:pt x="2797" y="1490"/>
                  </a:cubicBezTo>
                  <a:cubicBezTo>
                    <a:pt x="3010" y="1307"/>
                    <a:pt x="3101" y="973"/>
                    <a:pt x="3010" y="699"/>
                  </a:cubicBezTo>
                  <a:cubicBezTo>
                    <a:pt x="2919" y="517"/>
                    <a:pt x="2736" y="365"/>
                    <a:pt x="2554" y="335"/>
                  </a:cubicBezTo>
                  <a:cubicBezTo>
                    <a:pt x="2402" y="335"/>
                    <a:pt x="2341" y="395"/>
                    <a:pt x="2341" y="395"/>
                  </a:cubicBezTo>
                  <a:cubicBezTo>
                    <a:pt x="2341" y="395"/>
                    <a:pt x="2432" y="395"/>
                    <a:pt x="2523" y="426"/>
                  </a:cubicBezTo>
                  <a:cubicBezTo>
                    <a:pt x="2675" y="487"/>
                    <a:pt x="2827" y="578"/>
                    <a:pt x="2858" y="730"/>
                  </a:cubicBezTo>
                  <a:cubicBezTo>
                    <a:pt x="2919" y="973"/>
                    <a:pt x="2858" y="1216"/>
                    <a:pt x="2675" y="1368"/>
                  </a:cubicBezTo>
                  <a:cubicBezTo>
                    <a:pt x="2506" y="1495"/>
                    <a:pt x="2307" y="1549"/>
                    <a:pt x="2109" y="1549"/>
                  </a:cubicBezTo>
                  <a:cubicBezTo>
                    <a:pt x="2023" y="1549"/>
                    <a:pt x="1938" y="1538"/>
                    <a:pt x="1855" y="1520"/>
                  </a:cubicBezTo>
                  <a:cubicBezTo>
                    <a:pt x="1551" y="1398"/>
                    <a:pt x="1277" y="1277"/>
                    <a:pt x="1034" y="1064"/>
                  </a:cubicBezTo>
                  <a:cubicBezTo>
                    <a:pt x="821" y="912"/>
                    <a:pt x="608" y="760"/>
                    <a:pt x="456" y="547"/>
                  </a:cubicBezTo>
                  <a:cubicBezTo>
                    <a:pt x="153" y="24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3"/>
            <p:cNvSpPr/>
            <p:nvPr/>
          </p:nvSpPr>
          <p:spPr>
            <a:xfrm>
              <a:off x="1457750" y="2565675"/>
              <a:ext cx="102600" cy="44375"/>
            </a:xfrm>
            <a:custGeom>
              <a:avLst/>
              <a:gdLst/>
              <a:ahLst/>
              <a:cxnLst/>
              <a:rect l="l" t="t" r="r" b="b"/>
              <a:pathLst>
                <a:path w="4104" h="1775" extrusionOk="0">
                  <a:moveTo>
                    <a:pt x="4104" y="1"/>
                  </a:moveTo>
                  <a:cubicBezTo>
                    <a:pt x="3891" y="1"/>
                    <a:pt x="3648" y="61"/>
                    <a:pt x="3435" y="183"/>
                  </a:cubicBezTo>
                  <a:cubicBezTo>
                    <a:pt x="2979" y="426"/>
                    <a:pt x="2523" y="730"/>
                    <a:pt x="2097" y="1095"/>
                  </a:cubicBezTo>
                  <a:cubicBezTo>
                    <a:pt x="1672" y="1429"/>
                    <a:pt x="1186" y="1612"/>
                    <a:pt x="638" y="1642"/>
                  </a:cubicBezTo>
                  <a:cubicBezTo>
                    <a:pt x="426" y="1612"/>
                    <a:pt x="213" y="1581"/>
                    <a:pt x="0" y="1520"/>
                  </a:cubicBezTo>
                  <a:lnTo>
                    <a:pt x="0" y="1520"/>
                  </a:lnTo>
                  <a:cubicBezTo>
                    <a:pt x="159" y="1680"/>
                    <a:pt x="342" y="1769"/>
                    <a:pt x="547" y="1769"/>
                  </a:cubicBezTo>
                  <a:cubicBezTo>
                    <a:pt x="577" y="1769"/>
                    <a:pt x="608" y="1767"/>
                    <a:pt x="638" y="1764"/>
                  </a:cubicBezTo>
                  <a:cubicBezTo>
                    <a:pt x="699" y="1771"/>
                    <a:pt x="762" y="1775"/>
                    <a:pt x="826" y="1775"/>
                  </a:cubicBezTo>
                  <a:cubicBezTo>
                    <a:pt x="1016" y="1775"/>
                    <a:pt x="1216" y="1741"/>
                    <a:pt x="1398" y="1672"/>
                  </a:cubicBezTo>
                  <a:cubicBezTo>
                    <a:pt x="1702" y="1581"/>
                    <a:pt x="1976" y="1429"/>
                    <a:pt x="2219" y="1247"/>
                  </a:cubicBezTo>
                  <a:cubicBezTo>
                    <a:pt x="2736" y="882"/>
                    <a:pt x="3161" y="517"/>
                    <a:pt x="3526" y="305"/>
                  </a:cubicBezTo>
                  <a:cubicBezTo>
                    <a:pt x="3860" y="92"/>
                    <a:pt x="4104" y="31"/>
                    <a:pt x="410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>
              <a:off x="1608200" y="2361275"/>
              <a:ext cx="148200" cy="88175"/>
            </a:xfrm>
            <a:custGeom>
              <a:avLst/>
              <a:gdLst/>
              <a:ahLst/>
              <a:cxnLst/>
              <a:rect l="l" t="t" r="r" b="b"/>
              <a:pathLst>
                <a:path w="5928" h="3527" extrusionOk="0">
                  <a:moveTo>
                    <a:pt x="5928" y="0"/>
                  </a:moveTo>
                  <a:cubicBezTo>
                    <a:pt x="5897" y="0"/>
                    <a:pt x="5776" y="395"/>
                    <a:pt x="5411" y="942"/>
                  </a:cubicBezTo>
                  <a:cubicBezTo>
                    <a:pt x="4469" y="2432"/>
                    <a:pt x="2827" y="3344"/>
                    <a:pt x="1095" y="3374"/>
                  </a:cubicBezTo>
                  <a:cubicBezTo>
                    <a:pt x="997" y="3379"/>
                    <a:pt x="904" y="3380"/>
                    <a:pt x="817" y="3380"/>
                  </a:cubicBezTo>
                  <a:cubicBezTo>
                    <a:pt x="397" y="3380"/>
                    <a:pt x="113" y="3337"/>
                    <a:pt x="27" y="3337"/>
                  </a:cubicBezTo>
                  <a:cubicBezTo>
                    <a:pt x="10" y="3337"/>
                    <a:pt x="0" y="3339"/>
                    <a:pt x="0" y="3344"/>
                  </a:cubicBezTo>
                  <a:cubicBezTo>
                    <a:pt x="0" y="3344"/>
                    <a:pt x="122" y="3404"/>
                    <a:pt x="304" y="3435"/>
                  </a:cubicBezTo>
                  <a:cubicBezTo>
                    <a:pt x="548" y="3496"/>
                    <a:pt x="821" y="3526"/>
                    <a:pt x="1095" y="3526"/>
                  </a:cubicBezTo>
                  <a:cubicBezTo>
                    <a:pt x="1122" y="3527"/>
                    <a:pt x="1150" y="3527"/>
                    <a:pt x="1178" y="3527"/>
                  </a:cubicBezTo>
                  <a:cubicBezTo>
                    <a:pt x="2969" y="3527"/>
                    <a:pt x="4605" y="2560"/>
                    <a:pt x="5532" y="1034"/>
                  </a:cubicBezTo>
                  <a:cubicBezTo>
                    <a:pt x="5654" y="790"/>
                    <a:pt x="5776" y="547"/>
                    <a:pt x="5867" y="304"/>
                  </a:cubicBezTo>
                  <a:cubicBezTo>
                    <a:pt x="5897" y="213"/>
                    <a:pt x="5928" y="91"/>
                    <a:pt x="592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3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3"/>
            <p:cNvSpPr/>
            <p:nvPr/>
          </p:nvSpPr>
          <p:spPr>
            <a:xfrm>
              <a:off x="1335400" y="2684225"/>
              <a:ext cx="710525" cy="664925"/>
            </a:xfrm>
            <a:custGeom>
              <a:avLst/>
              <a:gdLst/>
              <a:ahLst/>
              <a:cxnLst/>
              <a:rect l="l" t="t" r="r" b="b"/>
              <a:pathLst>
                <a:path w="28421" h="26597" extrusionOk="0">
                  <a:moveTo>
                    <a:pt x="11551" y="0"/>
                  </a:moveTo>
                  <a:cubicBezTo>
                    <a:pt x="11551" y="0"/>
                    <a:pt x="11277" y="0"/>
                    <a:pt x="10882" y="31"/>
                  </a:cubicBezTo>
                  <a:lnTo>
                    <a:pt x="9818" y="91"/>
                  </a:lnTo>
                  <a:lnTo>
                    <a:pt x="9757" y="183"/>
                  </a:lnTo>
                  <a:cubicBezTo>
                    <a:pt x="8967" y="274"/>
                    <a:pt x="8207" y="547"/>
                    <a:pt x="7508" y="943"/>
                  </a:cubicBezTo>
                  <a:cubicBezTo>
                    <a:pt x="6292" y="1763"/>
                    <a:pt x="0" y="9028"/>
                    <a:pt x="0" y="9028"/>
                  </a:cubicBezTo>
                  <a:lnTo>
                    <a:pt x="6566" y="13861"/>
                  </a:lnTo>
                  <a:lnTo>
                    <a:pt x="7964" y="12037"/>
                  </a:lnTo>
                  <a:lnTo>
                    <a:pt x="8633" y="14742"/>
                  </a:lnTo>
                  <a:cubicBezTo>
                    <a:pt x="9180" y="16961"/>
                    <a:pt x="6505" y="22280"/>
                    <a:pt x="6566" y="24742"/>
                  </a:cubicBezTo>
                  <a:lnTo>
                    <a:pt x="23192" y="26596"/>
                  </a:lnTo>
                  <a:lnTo>
                    <a:pt x="22615" y="18177"/>
                  </a:lnTo>
                  <a:lnTo>
                    <a:pt x="22615" y="15046"/>
                  </a:lnTo>
                  <a:lnTo>
                    <a:pt x="28420" y="10852"/>
                  </a:lnTo>
                  <a:lnTo>
                    <a:pt x="21916" y="1763"/>
                  </a:lnTo>
                  <a:cubicBezTo>
                    <a:pt x="21156" y="699"/>
                    <a:pt x="19940" y="61"/>
                    <a:pt x="18633" y="61"/>
                  </a:cubicBezTo>
                  <a:cubicBezTo>
                    <a:pt x="18633" y="61"/>
                    <a:pt x="19484" y="5563"/>
                    <a:pt x="16049" y="5593"/>
                  </a:cubicBezTo>
                  <a:cubicBezTo>
                    <a:pt x="16040" y="5593"/>
                    <a:pt x="16030" y="5593"/>
                    <a:pt x="16021" y="5593"/>
                  </a:cubicBezTo>
                  <a:cubicBezTo>
                    <a:pt x="12582" y="5593"/>
                    <a:pt x="12128" y="122"/>
                    <a:pt x="12128" y="122"/>
                  </a:cubicBezTo>
                  <a:lnTo>
                    <a:pt x="12098" y="0"/>
                  </a:lnTo>
                  <a:lnTo>
                    <a:pt x="11551" y="31"/>
                  </a:lnTo>
                  <a:lnTo>
                    <a:pt x="11551" y="0"/>
                  </a:lnTo>
                  <a:close/>
                </a:path>
              </a:pathLst>
            </a:custGeom>
            <a:solidFill>
              <a:srgbClr val="203E80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3"/>
            <p:cNvSpPr/>
            <p:nvPr/>
          </p:nvSpPr>
          <p:spPr>
            <a:xfrm>
              <a:off x="1354400" y="2862025"/>
              <a:ext cx="618575" cy="83050"/>
            </a:xfrm>
            <a:custGeom>
              <a:avLst/>
              <a:gdLst/>
              <a:ahLst/>
              <a:cxnLst/>
              <a:rect l="l" t="t" r="r" b="b"/>
              <a:pathLst>
                <a:path w="24743" h="3322" extrusionOk="0">
                  <a:moveTo>
                    <a:pt x="24438" y="1"/>
                  </a:moveTo>
                  <a:cubicBezTo>
                    <a:pt x="24165" y="1"/>
                    <a:pt x="23891" y="92"/>
                    <a:pt x="23648" y="214"/>
                  </a:cubicBezTo>
                  <a:cubicBezTo>
                    <a:pt x="23253" y="457"/>
                    <a:pt x="22949" y="761"/>
                    <a:pt x="22675" y="1095"/>
                  </a:cubicBezTo>
                  <a:cubicBezTo>
                    <a:pt x="22341" y="1551"/>
                    <a:pt x="21916" y="1946"/>
                    <a:pt x="21460" y="2281"/>
                  </a:cubicBezTo>
                  <a:cubicBezTo>
                    <a:pt x="20882" y="2645"/>
                    <a:pt x="20213" y="2858"/>
                    <a:pt x="19545" y="2888"/>
                  </a:cubicBezTo>
                  <a:cubicBezTo>
                    <a:pt x="19455" y="2895"/>
                    <a:pt x="19366" y="2899"/>
                    <a:pt x="19276" y="2899"/>
                  </a:cubicBezTo>
                  <a:cubicBezTo>
                    <a:pt x="18577" y="2899"/>
                    <a:pt x="17888" y="2692"/>
                    <a:pt x="17295" y="2341"/>
                  </a:cubicBezTo>
                  <a:cubicBezTo>
                    <a:pt x="16596" y="1946"/>
                    <a:pt x="15988" y="1247"/>
                    <a:pt x="15107" y="852"/>
                  </a:cubicBezTo>
                  <a:cubicBezTo>
                    <a:pt x="14792" y="726"/>
                    <a:pt x="14463" y="658"/>
                    <a:pt x="14139" y="658"/>
                  </a:cubicBezTo>
                  <a:cubicBezTo>
                    <a:pt x="13994" y="658"/>
                    <a:pt x="13850" y="672"/>
                    <a:pt x="13709" y="700"/>
                  </a:cubicBezTo>
                  <a:cubicBezTo>
                    <a:pt x="13222" y="761"/>
                    <a:pt x="12736" y="913"/>
                    <a:pt x="12311" y="1156"/>
                  </a:cubicBezTo>
                  <a:cubicBezTo>
                    <a:pt x="11399" y="1612"/>
                    <a:pt x="10700" y="2220"/>
                    <a:pt x="9879" y="2645"/>
                  </a:cubicBezTo>
                  <a:cubicBezTo>
                    <a:pt x="9311" y="2963"/>
                    <a:pt x="8693" y="3128"/>
                    <a:pt x="8049" y="3128"/>
                  </a:cubicBezTo>
                  <a:cubicBezTo>
                    <a:pt x="7831" y="3128"/>
                    <a:pt x="7610" y="3109"/>
                    <a:pt x="7386" y="3071"/>
                  </a:cubicBezTo>
                  <a:cubicBezTo>
                    <a:pt x="6627" y="2949"/>
                    <a:pt x="5897" y="2585"/>
                    <a:pt x="5350" y="2007"/>
                  </a:cubicBezTo>
                  <a:cubicBezTo>
                    <a:pt x="4833" y="1521"/>
                    <a:pt x="4377" y="943"/>
                    <a:pt x="3800" y="639"/>
                  </a:cubicBezTo>
                  <a:cubicBezTo>
                    <a:pt x="3335" y="393"/>
                    <a:pt x="2820" y="270"/>
                    <a:pt x="2279" y="270"/>
                  </a:cubicBezTo>
                  <a:cubicBezTo>
                    <a:pt x="2219" y="270"/>
                    <a:pt x="2158" y="271"/>
                    <a:pt x="2098" y="274"/>
                  </a:cubicBezTo>
                  <a:cubicBezTo>
                    <a:pt x="1672" y="305"/>
                    <a:pt x="1247" y="426"/>
                    <a:pt x="851" y="639"/>
                  </a:cubicBezTo>
                  <a:cubicBezTo>
                    <a:pt x="608" y="761"/>
                    <a:pt x="365" y="913"/>
                    <a:pt x="183" y="1095"/>
                  </a:cubicBezTo>
                  <a:cubicBezTo>
                    <a:pt x="122" y="1186"/>
                    <a:pt x="61" y="1247"/>
                    <a:pt x="0" y="1338"/>
                  </a:cubicBezTo>
                  <a:cubicBezTo>
                    <a:pt x="61" y="1277"/>
                    <a:pt x="152" y="1217"/>
                    <a:pt x="213" y="1126"/>
                  </a:cubicBezTo>
                  <a:cubicBezTo>
                    <a:pt x="426" y="974"/>
                    <a:pt x="639" y="822"/>
                    <a:pt x="882" y="700"/>
                  </a:cubicBezTo>
                  <a:cubicBezTo>
                    <a:pt x="1277" y="518"/>
                    <a:pt x="1672" y="426"/>
                    <a:pt x="2098" y="396"/>
                  </a:cubicBezTo>
                  <a:cubicBezTo>
                    <a:pt x="2155" y="393"/>
                    <a:pt x="2213" y="391"/>
                    <a:pt x="2270" y="391"/>
                  </a:cubicBezTo>
                  <a:cubicBezTo>
                    <a:pt x="2784" y="391"/>
                    <a:pt x="3274" y="515"/>
                    <a:pt x="3739" y="761"/>
                  </a:cubicBezTo>
                  <a:cubicBezTo>
                    <a:pt x="4286" y="1065"/>
                    <a:pt x="4712" y="1612"/>
                    <a:pt x="5259" y="2159"/>
                  </a:cubicBezTo>
                  <a:cubicBezTo>
                    <a:pt x="5806" y="2736"/>
                    <a:pt x="6566" y="3132"/>
                    <a:pt x="7356" y="3253"/>
                  </a:cubicBezTo>
                  <a:cubicBezTo>
                    <a:pt x="7584" y="3299"/>
                    <a:pt x="7812" y="3322"/>
                    <a:pt x="8036" y="3322"/>
                  </a:cubicBezTo>
                  <a:cubicBezTo>
                    <a:pt x="8260" y="3322"/>
                    <a:pt x="8481" y="3299"/>
                    <a:pt x="8693" y="3253"/>
                  </a:cubicBezTo>
                  <a:cubicBezTo>
                    <a:pt x="9149" y="3192"/>
                    <a:pt x="9575" y="3040"/>
                    <a:pt x="9970" y="2797"/>
                  </a:cubicBezTo>
                  <a:cubicBezTo>
                    <a:pt x="10821" y="2372"/>
                    <a:pt x="11551" y="1794"/>
                    <a:pt x="12402" y="1338"/>
                  </a:cubicBezTo>
                  <a:cubicBezTo>
                    <a:pt x="12962" y="1058"/>
                    <a:pt x="13575" y="883"/>
                    <a:pt x="14163" y="883"/>
                  </a:cubicBezTo>
                  <a:cubicBezTo>
                    <a:pt x="14468" y="883"/>
                    <a:pt x="14766" y="930"/>
                    <a:pt x="15046" y="1034"/>
                  </a:cubicBezTo>
                  <a:cubicBezTo>
                    <a:pt x="15867" y="1369"/>
                    <a:pt x="16475" y="2068"/>
                    <a:pt x="17235" y="2524"/>
                  </a:cubicBezTo>
                  <a:cubicBezTo>
                    <a:pt x="17884" y="2891"/>
                    <a:pt x="18638" y="3074"/>
                    <a:pt x="19399" y="3074"/>
                  </a:cubicBezTo>
                  <a:cubicBezTo>
                    <a:pt x="19458" y="3074"/>
                    <a:pt x="19517" y="3073"/>
                    <a:pt x="19575" y="3071"/>
                  </a:cubicBezTo>
                  <a:cubicBezTo>
                    <a:pt x="20274" y="3010"/>
                    <a:pt x="20943" y="2797"/>
                    <a:pt x="21551" y="2402"/>
                  </a:cubicBezTo>
                  <a:cubicBezTo>
                    <a:pt x="22037" y="2068"/>
                    <a:pt x="22432" y="1673"/>
                    <a:pt x="22767" y="1186"/>
                  </a:cubicBezTo>
                  <a:cubicBezTo>
                    <a:pt x="23040" y="852"/>
                    <a:pt x="23344" y="548"/>
                    <a:pt x="23709" y="305"/>
                  </a:cubicBezTo>
                  <a:cubicBezTo>
                    <a:pt x="23922" y="153"/>
                    <a:pt x="24195" y="62"/>
                    <a:pt x="24469" y="62"/>
                  </a:cubicBezTo>
                  <a:lnTo>
                    <a:pt x="24742" y="62"/>
                  </a:lnTo>
                  <a:cubicBezTo>
                    <a:pt x="24651" y="31"/>
                    <a:pt x="24530" y="1"/>
                    <a:pt x="24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3"/>
            <p:cNvSpPr/>
            <p:nvPr/>
          </p:nvSpPr>
          <p:spPr>
            <a:xfrm>
              <a:off x="1458500" y="2760750"/>
              <a:ext cx="449875" cy="89200"/>
            </a:xfrm>
            <a:custGeom>
              <a:avLst/>
              <a:gdLst/>
              <a:ahLst/>
              <a:cxnLst/>
              <a:rect l="l" t="t" r="r" b="b"/>
              <a:pathLst>
                <a:path w="17995" h="3568" extrusionOk="0">
                  <a:moveTo>
                    <a:pt x="2008" y="1"/>
                  </a:moveTo>
                  <a:cubicBezTo>
                    <a:pt x="1563" y="1"/>
                    <a:pt x="1119" y="69"/>
                    <a:pt x="700" y="222"/>
                  </a:cubicBezTo>
                  <a:cubicBezTo>
                    <a:pt x="487" y="283"/>
                    <a:pt x="335" y="344"/>
                    <a:pt x="152" y="465"/>
                  </a:cubicBezTo>
                  <a:cubicBezTo>
                    <a:pt x="92" y="465"/>
                    <a:pt x="31" y="526"/>
                    <a:pt x="1" y="556"/>
                  </a:cubicBezTo>
                  <a:cubicBezTo>
                    <a:pt x="1" y="559"/>
                    <a:pt x="2" y="560"/>
                    <a:pt x="6" y="560"/>
                  </a:cubicBezTo>
                  <a:cubicBezTo>
                    <a:pt x="44" y="560"/>
                    <a:pt x="283" y="422"/>
                    <a:pt x="700" y="283"/>
                  </a:cubicBezTo>
                  <a:cubicBezTo>
                    <a:pt x="1101" y="173"/>
                    <a:pt x="1524" y="119"/>
                    <a:pt x="1949" y="119"/>
                  </a:cubicBezTo>
                  <a:cubicBezTo>
                    <a:pt x="2233" y="119"/>
                    <a:pt x="2517" y="143"/>
                    <a:pt x="2797" y="192"/>
                  </a:cubicBezTo>
                  <a:cubicBezTo>
                    <a:pt x="3253" y="283"/>
                    <a:pt x="3709" y="404"/>
                    <a:pt x="4165" y="587"/>
                  </a:cubicBezTo>
                  <a:cubicBezTo>
                    <a:pt x="4681" y="830"/>
                    <a:pt x="5168" y="1073"/>
                    <a:pt x="5654" y="1347"/>
                  </a:cubicBezTo>
                  <a:cubicBezTo>
                    <a:pt x="6657" y="1955"/>
                    <a:pt x="7721" y="2714"/>
                    <a:pt x="9028" y="3201"/>
                  </a:cubicBezTo>
                  <a:cubicBezTo>
                    <a:pt x="9696" y="3445"/>
                    <a:pt x="10389" y="3567"/>
                    <a:pt x="11086" y="3567"/>
                  </a:cubicBezTo>
                  <a:cubicBezTo>
                    <a:pt x="11690" y="3567"/>
                    <a:pt x="12296" y="3475"/>
                    <a:pt x="12888" y="3292"/>
                  </a:cubicBezTo>
                  <a:cubicBezTo>
                    <a:pt x="13405" y="3110"/>
                    <a:pt x="13922" y="2866"/>
                    <a:pt x="14408" y="2532"/>
                  </a:cubicBezTo>
                  <a:cubicBezTo>
                    <a:pt x="14803" y="2259"/>
                    <a:pt x="15168" y="1924"/>
                    <a:pt x="15533" y="1590"/>
                  </a:cubicBezTo>
                  <a:cubicBezTo>
                    <a:pt x="15837" y="1316"/>
                    <a:pt x="16141" y="1073"/>
                    <a:pt x="16475" y="830"/>
                  </a:cubicBezTo>
                  <a:cubicBezTo>
                    <a:pt x="16718" y="648"/>
                    <a:pt x="16961" y="526"/>
                    <a:pt x="17265" y="404"/>
                  </a:cubicBezTo>
                  <a:cubicBezTo>
                    <a:pt x="17478" y="313"/>
                    <a:pt x="17752" y="222"/>
                    <a:pt x="17995" y="192"/>
                  </a:cubicBezTo>
                  <a:cubicBezTo>
                    <a:pt x="17964" y="176"/>
                    <a:pt x="17926" y="169"/>
                    <a:pt x="17888" y="169"/>
                  </a:cubicBezTo>
                  <a:cubicBezTo>
                    <a:pt x="17850" y="169"/>
                    <a:pt x="17812" y="176"/>
                    <a:pt x="17782" y="192"/>
                  </a:cubicBezTo>
                  <a:cubicBezTo>
                    <a:pt x="17600" y="192"/>
                    <a:pt x="17387" y="252"/>
                    <a:pt x="17204" y="313"/>
                  </a:cubicBezTo>
                  <a:cubicBezTo>
                    <a:pt x="16931" y="435"/>
                    <a:pt x="16657" y="556"/>
                    <a:pt x="16414" y="739"/>
                  </a:cubicBezTo>
                  <a:cubicBezTo>
                    <a:pt x="16049" y="952"/>
                    <a:pt x="15745" y="1225"/>
                    <a:pt x="15442" y="1499"/>
                  </a:cubicBezTo>
                  <a:cubicBezTo>
                    <a:pt x="15077" y="1803"/>
                    <a:pt x="14682" y="2107"/>
                    <a:pt x="14286" y="2411"/>
                  </a:cubicBezTo>
                  <a:cubicBezTo>
                    <a:pt x="13831" y="2714"/>
                    <a:pt x="13344" y="2958"/>
                    <a:pt x="12797" y="3110"/>
                  </a:cubicBezTo>
                  <a:cubicBezTo>
                    <a:pt x="12220" y="3292"/>
                    <a:pt x="11612" y="3383"/>
                    <a:pt x="11004" y="3383"/>
                  </a:cubicBezTo>
                  <a:cubicBezTo>
                    <a:pt x="10365" y="3353"/>
                    <a:pt x="9727" y="3231"/>
                    <a:pt x="9119" y="3018"/>
                  </a:cubicBezTo>
                  <a:cubicBezTo>
                    <a:pt x="7843" y="2562"/>
                    <a:pt x="6779" y="1772"/>
                    <a:pt x="5745" y="1195"/>
                  </a:cubicBezTo>
                  <a:cubicBezTo>
                    <a:pt x="5259" y="891"/>
                    <a:pt x="4742" y="648"/>
                    <a:pt x="4226" y="435"/>
                  </a:cubicBezTo>
                  <a:cubicBezTo>
                    <a:pt x="3770" y="252"/>
                    <a:pt x="3283" y="131"/>
                    <a:pt x="2797" y="70"/>
                  </a:cubicBezTo>
                  <a:cubicBezTo>
                    <a:pt x="2537" y="25"/>
                    <a:pt x="2272" y="1"/>
                    <a:pt x="20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3"/>
            <p:cNvSpPr/>
            <p:nvPr/>
          </p:nvSpPr>
          <p:spPr>
            <a:xfrm>
              <a:off x="1527650" y="2703750"/>
              <a:ext cx="119325" cy="21525"/>
            </a:xfrm>
            <a:custGeom>
              <a:avLst/>
              <a:gdLst/>
              <a:ahLst/>
              <a:cxnLst/>
              <a:rect l="l" t="t" r="r" b="b"/>
              <a:pathLst>
                <a:path w="4773" h="861" extrusionOk="0">
                  <a:moveTo>
                    <a:pt x="1782" y="0"/>
                  </a:moveTo>
                  <a:cubicBezTo>
                    <a:pt x="1413" y="0"/>
                    <a:pt x="1041" y="34"/>
                    <a:pt x="669" y="101"/>
                  </a:cubicBezTo>
                  <a:cubicBezTo>
                    <a:pt x="456" y="131"/>
                    <a:pt x="213" y="222"/>
                    <a:pt x="1" y="344"/>
                  </a:cubicBezTo>
                  <a:cubicBezTo>
                    <a:pt x="244" y="314"/>
                    <a:pt x="487" y="283"/>
                    <a:pt x="700" y="253"/>
                  </a:cubicBezTo>
                  <a:cubicBezTo>
                    <a:pt x="988" y="222"/>
                    <a:pt x="1277" y="207"/>
                    <a:pt x="1562" y="207"/>
                  </a:cubicBezTo>
                  <a:cubicBezTo>
                    <a:pt x="1847" y="207"/>
                    <a:pt x="2128" y="222"/>
                    <a:pt x="2402" y="253"/>
                  </a:cubicBezTo>
                  <a:cubicBezTo>
                    <a:pt x="2979" y="314"/>
                    <a:pt x="3526" y="435"/>
                    <a:pt x="4074" y="618"/>
                  </a:cubicBezTo>
                  <a:cubicBezTo>
                    <a:pt x="4286" y="739"/>
                    <a:pt x="4529" y="800"/>
                    <a:pt x="4742" y="861"/>
                  </a:cubicBezTo>
                  <a:cubicBezTo>
                    <a:pt x="4773" y="861"/>
                    <a:pt x="4712" y="800"/>
                    <a:pt x="4590" y="739"/>
                  </a:cubicBezTo>
                  <a:cubicBezTo>
                    <a:pt x="4438" y="648"/>
                    <a:pt x="4286" y="557"/>
                    <a:pt x="4134" y="496"/>
                  </a:cubicBezTo>
                  <a:cubicBezTo>
                    <a:pt x="3383" y="162"/>
                    <a:pt x="2589" y="0"/>
                    <a:pt x="17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3"/>
            <p:cNvSpPr/>
            <p:nvPr/>
          </p:nvSpPr>
          <p:spPr>
            <a:xfrm>
              <a:off x="1801200" y="2712325"/>
              <a:ext cx="66900" cy="23600"/>
            </a:xfrm>
            <a:custGeom>
              <a:avLst/>
              <a:gdLst/>
              <a:ahLst/>
              <a:cxnLst/>
              <a:rect l="l" t="t" r="r" b="b"/>
              <a:pathLst>
                <a:path w="2676" h="944" extrusionOk="0">
                  <a:moveTo>
                    <a:pt x="2645" y="1"/>
                  </a:moveTo>
                  <a:lnTo>
                    <a:pt x="2645" y="1"/>
                  </a:lnTo>
                  <a:cubicBezTo>
                    <a:pt x="2250" y="244"/>
                    <a:pt x="1825" y="426"/>
                    <a:pt x="1369" y="609"/>
                  </a:cubicBezTo>
                  <a:cubicBezTo>
                    <a:pt x="913" y="730"/>
                    <a:pt x="457" y="791"/>
                    <a:pt x="1" y="852"/>
                  </a:cubicBezTo>
                  <a:cubicBezTo>
                    <a:pt x="1" y="882"/>
                    <a:pt x="153" y="943"/>
                    <a:pt x="427" y="943"/>
                  </a:cubicBezTo>
                  <a:cubicBezTo>
                    <a:pt x="761" y="943"/>
                    <a:pt x="1095" y="913"/>
                    <a:pt x="1430" y="791"/>
                  </a:cubicBezTo>
                  <a:cubicBezTo>
                    <a:pt x="1764" y="700"/>
                    <a:pt x="2098" y="518"/>
                    <a:pt x="2372" y="305"/>
                  </a:cubicBezTo>
                  <a:cubicBezTo>
                    <a:pt x="2585" y="153"/>
                    <a:pt x="2676" y="31"/>
                    <a:pt x="2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3"/>
            <p:cNvSpPr/>
            <p:nvPr/>
          </p:nvSpPr>
          <p:spPr>
            <a:xfrm>
              <a:off x="1547400" y="2980575"/>
              <a:ext cx="462050" cy="52875"/>
            </a:xfrm>
            <a:custGeom>
              <a:avLst/>
              <a:gdLst/>
              <a:ahLst/>
              <a:cxnLst/>
              <a:rect l="l" t="t" r="r" b="b"/>
              <a:pathLst>
                <a:path w="18482" h="2115" extrusionOk="0">
                  <a:moveTo>
                    <a:pt x="18481" y="1"/>
                  </a:moveTo>
                  <a:lnTo>
                    <a:pt x="18481" y="1"/>
                  </a:lnTo>
                  <a:cubicBezTo>
                    <a:pt x="18269" y="122"/>
                    <a:pt x="18056" y="244"/>
                    <a:pt x="17843" y="365"/>
                  </a:cubicBezTo>
                  <a:cubicBezTo>
                    <a:pt x="17424" y="505"/>
                    <a:pt x="16978" y="579"/>
                    <a:pt x="16532" y="579"/>
                  </a:cubicBezTo>
                  <a:cubicBezTo>
                    <a:pt x="16299" y="579"/>
                    <a:pt x="16066" y="559"/>
                    <a:pt x="15837" y="517"/>
                  </a:cubicBezTo>
                  <a:cubicBezTo>
                    <a:pt x="15411" y="457"/>
                    <a:pt x="14955" y="335"/>
                    <a:pt x="14469" y="244"/>
                  </a:cubicBezTo>
                  <a:cubicBezTo>
                    <a:pt x="13922" y="122"/>
                    <a:pt x="13375" y="92"/>
                    <a:pt x="12828" y="92"/>
                  </a:cubicBezTo>
                  <a:cubicBezTo>
                    <a:pt x="11551" y="122"/>
                    <a:pt x="10335" y="365"/>
                    <a:pt x="9120" y="760"/>
                  </a:cubicBezTo>
                  <a:cubicBezTo>
                    <a:pt x="7964" y="1156"/>
                    <a:pt x="6749" y="1490"/>
                    <a:pt x="5533" y="1764"/>
                  </a:cubicBezTo>
                  <a:cubicBezTo>
                    <a:pt x="4965" y="1888"/>
                    <a:pt x="4377" y="1950"/>
                    <a:pt x="3793" y="1950"/>
                  </a:cubicBezTo>
                  <a:cubicBezTo>
                    <a:pt x="3375" y="1950"/>
                    <a:pt x="2959" y="1918"/>
                    <a:pt x="2554" y="1855"/>
                  </a:cubicBezTo>
                  <a:cubicBezTo>
                    <a:pt x="1855" y="1733"/>
                    <a:pt x="1217" y="1520"/>
                    <a:pt x="639" y="1156"/>
                  </a:cubicBezTo>
                  <a:cubicBezTo>
                    <a:pt x="487" y="1064"/>
                    <a:pt x="335" y="973"/>
                    <a:pt x="183" y="852"/>
                  </a:cubicBezTo>
                  <a:cubicBezTo>
                    <a:pt x="122" y="821"/>
                    <a:pt x="62" y="760"/>
                    <a:pt x="31" y="730"/>
                  </a:cubicBezTo>
                  <a:lnTo>
                    <a:pt x="31" y="730"/>
                  </a:lnTo>
                  <a:cubicBezTo>
                    <a:pt x="1" y="760"/>
                    <a:pt x="62" y="791"/>
                    <a:pt x="153" y="882"/>
                  </a:cubicBezTo>
                  <a:cubicBezTo>
                    <a:pt x="305" y="1004"/>
                    <a:pt x="426" y="1125"/>
                    <a:pt x="609" y="1247"/>
                  </a:cubicBezTo>
                  <a:cubicBezTo>
                    <a:pt x="1186" y="1612"/>
                    <a:pt x="1825" y="1855"/>
                    <a:pt x="2493" y="2007"/>
                  </a:cubicBezTo>
                  <a:cubicBezTo>
                    <a:pt x="2967" y="2076"/>
                    <a:pt x="3440" y="2114"/>
                    <a:pt x="3910" y="2114"/>
                  </a:cubicBezTo>
                  <a:cubicBezTo>
                    <a:pt x="4467" y="2114"/>
                    <a:pt x="5020" y="2061"/>
                    <a:pt x="5563" y="1946"/>
                  </a:cubicBezTo>
                  <a:cubicBezTo>
                    <a:pt x="6779" y="1672"/>
                    <a:pt x="7995" y="1338"/>
                    <a:pt x="9180" y="943"/>
                  </a:cubicBezTo>
                  <a:cubicBezTo>
                    <a:pt x="10335" y="548"/>
                    <a:pt x="11582" y="335"/>
                    <a:pt x="12797" y="274"/>
                  </a:cubicBezTo>
                  <a:cubicBezTo>
                    <a:pt x="12891" y="269"/>
                    <a:pt x="12985" y="266"/>
                    <a:pt x="13079" y="266"/>
                  </a:cubicBezTo>
                  <a:cubicBezTo>
                    <a:pt x="13531" y="266"/>
                    <a:pt x="13980" y="325"/>
                    <a:pt x="14408" y="426"/>
                  </a:cubicBezTo>
                  <a:cubicBezTo>
                    <a:pt x="14925" y="487"/>
                    <a:pt x="15381" y="608"/>
                    <a:pt x="15807" y="669"/>
                  </a:cubicBezTo>
                  <a:cubicBezTo>
                    <a:pt x="16011" y="705"/>
                    <a:pt x="16215" y="722"/>
                    <a:pt x="16418" y="722"/>
                  </a:cubicBezTo>
                  <a:cubicBezTo>
                    <a:pt x="16911" y="722"/>
                    <a:pt x="17400" y="620"/>
                    <a:pt x="17873" y="426"/>
                  </a:cubicBezTo>
                  <a:cubicBezTo>
                    <a:pt x="18025" y="365"/>
                    <a:pt x="18208" y="244"/>
                    <a:pt x="18329" y="122"/>
                  </a:cubicBezTo>
                  <a:cubicBezTo>
                    <a:pt x="18390" y="92"/>
                    <a:pt x="18451" y="31"/>
                    <a:pt x="18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3"/>
            <p:cNvSpPr/>
            <p:nvPr/>
          </p:nvSpPr>
          <p:spPr>
            <a:xfrm>
              <a:off x="1500300" y="2875700"/>
              <a:ext cx="129200" cy="158100"/>
            </a:xfrm>
            <a:custGeom>
              <a:avLst/>
              <a:gdLst/>
              <a:ahLst/>
              <a:cxnLst/>
              <a:rect l="l" t="t" r="r" b="b"/>
              <a:pathLst>
                <a:path w="5168" h="6324" extrusionOk="0">
                  <a:moveTo>
                    <a:pt x="5168" y="1"/>
                  </a:moveTo>
                  <a:lnTo>
                    <a:pt x="5168" y="1"/>
                  </a:lnTo>
                  <a:cubicBezTo>
                    <a:pt x="4864" y="244"/>
                    <a:pt x="4560" y="548"/>
                    <a:pt x="4286" y="852"/>
                  </a:cubicBezTo>
                  <a:cubicBezTo>
                    <a:pt x="3800" y="1369"/>
                    <a:pt x="3101" y="2129"/>
                    <a:pt x="2402" y="3010"/>
                  </a:cubicBezTo>
                  <a:cubicBezTo>
                    <a:pt x="1702" y="3892"/>
                    <a:pt x="1064" y="4712"/>
                    <a:pt x="639" y="5320"/>
                  </a:cubicBezTo>
                  <a:cubicBezTo>
                    <a:pt x="395" y="5624"/>
                    <a:pt x="183" y="5959"/>
                    <a:pt x="0" y="6323"/>
                  </a:cubicBezTo>
                  <a:cubicBezTo>
                    <a:pt x="274" y="6019"/>
                    <a:pt x="517" y="5715"/>
                    <a:pt x="760" y="5411"/>
                  </a:cubicBezTo>
                  <a:cubicBezTo>
                    <a:pt x="1216" y="4834"/>
                    <a:pt x="1824" y="4013"/>
                    <a:pt x="2554" y="3132"/>
                  </a:cubicBezTo>
                  <a:cubicBezTo>
                    <a:pt x="3253" y="2281"/>
                    <a:pt x="3921" y="1490"/>
                    <a:pt x="4408" y="943"/>
                  </a:cubicBezTo>
                  <a:cubicBezTo>
                    <a:pt x="4681" y="639"/>
                    <a:pt x="4924" y="335"/>
                    <a:pt x="51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3"/>
            <p:cNvSpPr/>
            <p:nvPr/>
          </p:nvSpPr>
          <p:spPr>
            <a:xfrm>
              <a:off x="1853650" y="2846825"/>
              <a:ext cx="65375" cy="209775"/>
            </a:xfrm>
            <a:custGeom>
              <a:avLst/>
              <a:gdLst/>
              <a:ahLst/>
              <a:cxnLst/>
              <a:rect l="l" t="t" r="r" b="b"/>
              <a:pathLst>
                <a:path w="2615" h="8391" extrusionOk="0">
                  <a:moveTo>
                    <a:pt x="0" y="1"/>
                  </a:moveTo>
                  <a:cubicBezTo>
                    <a:pt x="0" y="123"/>
                    <a:pt x="0" y="244"/>
                    <a:pt x="0" y="366"/>
                  </a:cubicBezTo>
                  <a:cubicBezTo>
                    <a:pt x="61" y="700"/>
                    <a:pt x="183" y="1034"/>
                    <a:pt x="335" y="1338"/>
                  </a:cubicBezTo>
                  <a:cubicBezTo>
                    <a:pt x="608" y="1794"/>
                    <a:pt x="882" y="2220"/>
                    <a:pt x="1186" y="2615"/>
                  </a:cubicBezTo>
                  <a:cubicBezTo>
                    <a:pt x="1581" y="3101"/>
                    <a:pt x="1885" y="3618"/>
                    <a:pt x="2158" y="4165"/>
                  </a:cubicBezTo>
                  <a:cubicBezTo>
                    <a:pt x="2280" y="4439"/>
                    <a:pt x="2371" y="4743"/>
                    <a:pt x="2402" y="5077"/>
                  </a:cubicBezTo>
                  <a:cubicBezTo>
                    <a:pt x="2402" y="5351"/>
                    <a:pt x="2371" y="5624"/>
                    <a:pt x="2310" y="5928"/>
                  </a:cubicBezTo>
                  <a:cubicBezTo>
                    <a:pt x="2158" y="6384"/>
                    <a:pt x="1946" y="6840"/>
                    <a:pt x="1672" y="7266"/>
                  </a:cubicBezTo>
                  <a:cubicBezTo>
                    <a:pt x="1186" y="7965"/>
                    <a:pt x="821" y="8360"/>
                    <a:pt x="851" y="8390"/>
                  </a:cubicBezTo>
                  <a:cubicBezTo>
                    <a:pt x="973" y="8329"/>
                    <a:pt x="1064" y="8238"/>
                    <a:pt x="1125" y="8147"/>
                  </a:cubicBezTo>
                  <a:cubicBezTo>
                    <a:pt x="1368" y="7873"/>
                    <a:pt x="1581" y="7630"/>
                    <a:pt x="1794" y="7357"/>
                  </a:cubicBezTo>
                  <a:cubicBezTo>
                    <a:pt x="2098" y="6931"/>
                    <a:pt x="2341" y="6475"/>
                    <a:pt x="2493" y="5989"/>
                  </a:cubicBezTo>
                  <a:cubicBezTo>
                    <a:pt x="2584" y="5685"/>
                    <a:pt x="2614" y="5381"/>
                    <a:pt x="2584" y="5077"/>
                  </a:cubicBezTo>
                  <a:cubicBezTo>
                    <a:pt x="2554" y="4743"/>
                    <a:pt x="2493" y="4408"/>
                    <a:pt x="2341" y="4104"/>
                  </a:cubicBezTo>
                  <a:cubicBezTo>
                    <a:pt x="2067" y="3527"/>
                    <a:pt x="1733" y="3010"/>
                    <a:pt x="1338" y="2524"/>
                  </a:cubicBezTo>
                  <a:cubicBezTo>
                    <a:pt x="1034" y="2129"/>
                    <a:pt x="730" y="1734"/>
                    <a:pt x="487" y="1308"/>
                  </a:cubicBezTo>
                  <a:cubicBezTo>
                    <a:pt x="304" y="1004"/>
                    <a:pt x="183" y="700"/>
                    <a:pt x="91" y="366"/>
                  </a:cubicBezTo>
                  <a:cubicBezTo>
                    <a:pt x="91" y="244"/>
                    <a:pt x="61" y="123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3"/>
            <p:cNvSpPr/>
            <p:nvPr/>
          </p:nvSpPr>
          <p:spPr>
            <a:xfrm>
              <a:off x="1639350" y="2688625"/>
              <a:ext cx="166450" cy="141150"/>
            </a:xfrm>
            <a:custGeom>
              <a:avLst/>
              <a:gdLst/>
              <a:ahLst/>
              <a:cxnLst/>
              <a:rect l="l" t="t" r="r" b="b"/>
              <a:pathLst>
                <a:path w="6658" h="5646" extrusionOk="0">
                  <a:moveTo>
                    <a:pt x="6656" y="1"/>
                  </a:moveTo>
                  <a:cubicBezTo>
                    <a:pt x="6649" y="1"/>
                    <a:pt x="6623" y="80"/>
                    <a:pt x="6597" y="159"/>
                  </a:cubicBezTo>
                  <a:cubicBezTo>
                    <a:pt x="6597" y="250"/>
                    <a:pt x="6566" y="402"/>
                    <a:pt x="6536" y="584"/>
                  </a:cubicBezTo>
                  <a:cubicBezTo>
                    <a:pt x="6475" y="949"/>
                    <a:pt x="6475" y="1466"/>
                    <a:pt x="6445" y="2134"/>
                  </a:cubicBezTo>
                  <a:cubicBezTo>
                    <a:pt x="6445" y="2864"/>
                    <a:pt x="6262" y="3624"/>
                    <a:pt x="5928" y="4292"/>
                  </a:cubicBezTo>
                  <a:cubicBezTo>
                    <a:pt x="5715" y="4688"/>
                    <a:pt x="5411" y="4992"/>
                    <a:pt x="5016" y="5204"/>
                  </a:cubicBezTo>
                  <a:cubicBezTo>
                    <a:pt x="4670" y="5391"/>
                    <a:pt x="4255" y="5484"/>
                    <a:pt x="3851" y="5484"/>
                  </a:cubicBezTo>
                  <a:cubicBezTo>
                    <a:pt x="3793" y="5484"/>
                    <a:pt x="3736" y="5482"/>
                    <a:pt x="3679" y="5478"/>
                  </a:cubicBezTo>
                  <a:cubicBezTo>
                    <a:pt x="2767" y="5356"/>
                    <a:pt x="1916" y="4870"/>
                    <a:pt x="1399" y="4110"/>
                  </a:cubicBezTo>
                  <a:cubicBezTo>
                    <a:pt x="943" y="3502"/>
                    <a:pt x="639" y="2803"/>
                    <a:pt x="457" y="2074"/>
                  </a:cubicBezTo>
                  <a:cubicBezTo>
                    <a:pt x="274" y="1435"/>
                    <a:pt x="183" y="919"/>
                    <a:pt x="122" y="554"/>
                  </a:cubicBezTo>
                  <a:cubicBezTo>
                    <a:pt x="122" y="371"/>
                    <a:pt x="61" y="189"/>
                    <a:pt x="31" y="7"/>
                  </a:cubicBezTo>
                  <a:lnTo>
                    <a:pt x="31" y="7"/>
                  </a:lnTo>
                  <a:cubicBezTo>
                    <a:pt x="1" y="189"/>
                    <a:pt x="31" y="371"/>
                    <a:pt x="61" y="584"/>
                  </a:cubicBezTo>
                  <a:cubicBezTo>
                    <a:pt x="122" y="1071"/>
                    <a:pt x="183" y="1587"/>
                    <a:pt x="305" y="2104"/>
                  </a:cubicBezTo>
                  <a:cubicBezTo>
                    <a:pt x="487" y="2833"/>
                    <a:pt x="791" y="3563"/>
                    <a:pt x="1247" y="4201"/>
                  </a:cubicBezTo>
                  <a:cubicBezTo>
                    <a:pt x="1520" y="4566"/>
                    <a:pt x="1855" y="4900"/>
                    <a:pt x="2250" y="5144"/>
                  </a:cubicBezTo>
                  <a:cubicBezTo>
                    <a:pt x="2676" y="5417"/>
                    <a:pt x="3162" y="5599"/>
                    <a:pt x="3648" y="5630"/>
                  </a:cubicBezTo>
                  <a:cubicBezTo>
                    <a:pt x="3738" y="5640"/>
                    <a:pt x="3827" y="5646"/>
                    <a:pt x="3916" y="5646"/>
                  </a:cubicBezTo>
                  <a:cubicBezTo>
                    <a:pt x="4333" y="5646"/>
                    <a:pt x="4731" y="5532"/>
                    <a:pt x="5107" y="5356"/>
                  </a:cubicBezTo>
                  <a:cubicBezTo>
                    <a:pt x="5533" y="5113"/>
                    <a:pt x="5867" y="4779"/>
                    <a:pt x="6080" y="4353"/>
                  </a:cubicBezTo>
                  <a:cubicBezTo>
                    <a:pt x="6414" y="3654"/>
                    <a:pt x="6597" y="2864"/>
                    <a:pt x="6566" y="2104"/>
                  </a:cubicBezTo>
                  <a:cubicBezTo>
                    <a:pt x="6597" y="1435"/>
                    <a:pt x="6566" y="919"/>
                    <a:pt x="6597" y="554"/>
                  </a:cubicBezTo>
                  <a:cubicBezTo>
                    <a:pt x="6657" y="189"/>
                    <a:pt x="6657" y="7"/>
                    <a:pt x="6657" y="7"/>
                  </a:cubicBezTo>
                  <a:cubicBezTo>
                    <a:pt x="6657" y="3"/>
                    <a:pt x="6657" y="1"/>
                    <a:pt x="665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3"/>
            <p:cNvSpPr/>
            <p:nvPr/>
          </p:nvSpPr>
          <p:spPr>
            <a:xfrm>
              <a:off x="952400" y="3006350"/>
              <a:ext cx="1268300" cy="658150"/>
            </a:xfrm>
            <a:custGeom>
              <a:avLst/>
              <a:gdLst/>
              <a:ahLst/>
              <a:cxnLst/>
              <a:rect l="l" t="t" r="r" b="b"/>
              <a:pathLst>
                <a:path w="50732" h="26326" extrusionOk="0">
                  <a:moveTo>
                    <a:pt x="3106" y="0"/>
                  </a:moveTo>
                  <a:cubicBezTo>
                    <a:pt x="1882" y="0"/>
                    <a:pt x="881" y="924"/>
                    <a:pt x="822" y="2161"/>
                  </a:cubicBezTo>
                  <a:lnTo>
                    <a:pt x="62" y="17754"/>
                  </a:lnTo>
                  <a:cubicBezTo>
                    <a:pt x="1" y="19031"/>
                    <a:pt x="1004" y="20095"/>
                    <a:pt x="2250" y="20155"/>
                  </a:cubicBezTo>
                  <a:lnTo>
                    <a:pt x="41339" y="22009"/>
                  </a:lnTo>
                  <a:lnTo>
                    <a:pt x="45382" y="26326"/>
                  </a:lnTo>
                  <a:lnTo>
                    <a:pt x="45686" y="22222"/>
                  </a:lnTo>
                  <a:lnTo>
                    <a:pt x="47540" y="22313"/>
                  </a:lnTo>
                  <a:cubicBezTo>
                    <a:pt x="47578" y="22315"/>
                    <a:pt x="47616" y="22316"/>
                    <a:pt x="47653" y="22316"/>
                  </a:cubicBezTo>
                  <a:cubicBezTo>
                    <a:pt x="48879" y="22316"/>
                    <a:pt x="49882" y="21364"/>
                    <a:pt x="49941" y="20125"/>
                  </a:cubicBezTo>
                  <a:lnTo>
                    <a:pt x="50671" y="4532"/>
                  </a:lnTo>
                  <a:cubicBezTo>
                    <a:pt x="50731" y="3255"/>
                    <a:pt x="49759" y="2192"/>
                    <a:pt x="48513" y="2131"/>
                  </a:cubicBezTo>
                  <a:lnTo>
                    <a:pt x="3223" y="3"/>
                  </a:lnTo>
                  <a:cubicBezTo>
                    <a:pt x="3184" y="1"/>
                    <a:pt x="3145" y="0"/>
                    <a:pt x="310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3"/>
            <p:cNvSpPr/>
            <p:nvPr/>
          </p:nvSpPr>
          <p:spPr>
            <a:xfrm>
              <a:off x="1475975" y="3194875"/>
              <a:ext cx="601850" cy="63075"/>
            </a:xfrm>
            <a:custGeom>
              <a:avLst/>
              <a:gdLst/>
              <a:ahLst/>
              <a:cxnLst/>
              <a:rect l="l" t="t" r="r" b="b"/>
              <a:pathLst>
                <a:path w="24074" h="2523" extrusionOk="0">
                  <a:moveTo>
                    <a:pt x="61" y="0"/>
                  </a:moveTo>
                  <a:lnTo>
                    <a:pt x="1" y="1338"/>
                  </a:lnTo>
                  <a:lnTo>
                    <a:pt x="24013" y="2523"/>
                  </a:lnTo>
                  <a:lnTo>
                    <a:pt x="24074" y="1216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3"/>
            <p:cNvSpPr/>
            <p:nvPr/>
          </p:nvSpPr>
          <p:spPr>
            <a:xfrm>
              <a:off x="1476725" y="3273900"/>
              <a:ext cx="601875" cy="61575"/>
            </a:xfrm>
            <a:custGeom>
              <a:avLst/>
              <a:gdLst/>
              <a:ahLst/>
              <a:cxnLst/>
              <a:rect l="l" t="t" r="r" b="b"/>
              <a:pathLst>
                <a:path w="24075" h="2463" extrusionOk="0">
                  <a:moveTo>
                    <a:pt x="62" y="0"/>
                  </a:moveTo>
                  <a:lnTo>
                    <a:pt x="1" y="1338"/>
                  </a:lnTo>
                  <a:lnTo>
                    <a:pt x="23983" y="2462"/>
                  </a:lnTo>
                  <a:lnTo>
                    <a:pt x="24074" y="1155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3"/>
            <p:cNvSpPr/>
            <p:nvPr/>
          </p:nvSpPr>
          <p:spPr>
            <a:xfrm>
              <a:off x="1472950" y="3356725"/>
              <a:ext cx="298650" cy="47125"/>
            </a:xfrm>
            <a:custGeom>
              <a:avLst/>
              <a:gdLst/>
              <a:ahLst/>
              <a:cxnLst/>
              <a:rect l="l" t="t" r="r" b="b"/>
              <a:pathLst>
                <a:path w="11946" h="1885" extrusionOk="0">
                  <a:moveTo>
                    <a:pt x="61" y="0"/>
                  </a:moveTo>
                  <a:lnTo>
                    <a:pt x="0" y="1338"/>
                  </a:lnTo>
                  <a:lnTo>
                    <a:pt x="11885" y="1885"/>
                  </a:lnTo>
                  <a:lnTo>
                    <a:pt x="11946" y="578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3"/>
            <p:cNvSpPr/>
            <p:nvPr/>
          </p:nvSpPr>
          <p:spPr>
            <a:xfrm>
              <a:off x="989650" y="3069125"/>
              <a:ext cx="436950" cy="395900"/>
            </a:xfrm>
            <a:custGeom>
              <a:avLst/>
              <a:gdLst/>
              <a:ahLst/>
              <a:cxnLst/>
              <a:rect l="l" t="t" r="r" b="b"/>
              <a:pathLst>
                <a:path w="17478" h="15836" extrusionOk="0">
                  <a:moveTo>
                    <a:pt x="8720" y="0"/>
                  </a:moveTo>
                  <a:cubicBezTo>
                    <a:pt x="8099" y="0"/>
                    <a:pt x="7469" y="74"/>
                    <a:pt x="6839" y="228"/>
                  </a:cubicBezTo>
                  <a:cubicBezTo>
                    <a:pt x="2584" y="1291"/>
                    <a:pt x="0" y="5577"/>
                    <a:pt x="1064" y="9833"/>
                  </a:cubicBezTo>
                  <a:cubicBezTo>
                    <a:pt x="1944" y="13428"/>
                    <a:pt x="5179" y="15835"/>
                    <a:pt x="8747" y="15835"/>
                  </a:cubicBezTo>
                  <a:cubicBezTo>
                    <a:pt x="9371" y="15835"/>
                    <a:pt x="10005" y="15762"/>
                    <a:pt x="10639" y="15608"/>
                  </a:cubicBezTo>
                  <a:cubicBezTo>
                    <a:pt x="14864" y="14544"/>
                    <a:pt x="17478" y="10258"/>
                    <a:pt x="16414" y="6003"/>
                  </a:cubicBezTo>
                  <a:cubicBezTo>
                    <a:pt x="15509" y="2407"/>
                    <a:pt x="12269" y="0"/>
                    <a:pt x="872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>
              <a:off x="1081600" y="3196825"/>
              <a:ext cx="224950" cy="268575"/>
            </a:xfrm>
            <a:custGeom>
              <a:avLst/>
              <a:gdLst/>
              <a:ahLst/>
              <a:cxnLst/>
              <a:rect l="l" t="t" r="r" b="b"/>
              <a:pathLst>
                <a:path w="8998" h="10743" extrusionOk="0">
                  <a:moveTo>
                    <a:pt x="5194" y="2624"/>
                  </a:moveTo>
                  <a:cubicBezTo>
                    <a:pt x="5364" y="2624"/>
                    <a:pt x="5530" y="2686"/>
                    <a:pt x="5654" y="2810"/>
                  </a:cubicBezTo>
                  <a:cubicBezTo>
                    <a:pt x="5715" y="2901"/>
                    <a:pt x="5745" y="2962"/>
                    <a:pt x="5715" y="2962"/>
                  </a:cubicBezTo>
                  <a:cubicBezTo>
                    <a:pt x="5715" y="2964"/>
                    <a:pt x="5713" y="2966"/>
                    <a:pt x="5710" y="2966"/>
                  </a:cubicBezTo>
                  <a:cubicBezTo>
                    <a:pt x="5676" y="2966"/>
                    <a:pt x="5477" y="2837"/>
                    <a:pt x="5228" y="2810"/>
                  </a:cubicBezTo>
                  <a:cubicBezTo>
                    <a:pt x="5197" y="2806"/>
                    <a:pt x="5167" y="2805"/>
                    <a:pt x="5137" y="2805"/>
                  </a:cubicBezTo>
                  <a:cubicBezTo>
                    <a:pt x="4961" y="2805"/>
                    <a:pt x="4820" y="2857"/>
                    <a:pt x="4752" y="2857"/>
                  </a:cubicBezTo>
                  <a:cubicBezTo>
                    <a:pt x="4732" y="2857"/>
                    <a:pt x="4718" y="2853"/>
                    <a:pt x="4712" y="2840"/>
                  </a:cubicBezTo>
                  <a:cubicBezTo>
                    <a:pt x="4712" y="2840"/>
                    <a:pt x="4742" y="2779"/>
                    <a:pt x="4833" y="2719"/>
                  </a:cubicBezTo>
                  <a:cubicBezTo>
                    <a:pt x="4947" y="2655"/>
                    <a:pt x="5072" y="2624"/>
                    <a:pt x="5194" y="2624"/>
                  </a:cubicBezTo>
                  <a:close/>
                  <a:moveTo>
                    <a:pt x="8194" y="2715"/>
                  </a:moveTo>
                  <a:cubicBezTo>
                    <a:pt x="8359" y="2715"/>
                    <a:pt x="8521" y="2777"/>
                    <a:pt x="8663" y="2901"/>
                  </a:cubicBezTo>
                  <a:cubicBezTo>
                    <a:pt x="8724" y="2992"/>
                    <a:pt x="8754" y="3053"/>
                    <a:pt x="8724" y="3053"/>
                  </a:cubicBezTo>
                  <a:cubicBezTo>
                    <a:pt x="8724" y="3056"/>
                    <a:pt x="8722" y="3057"/>
                    <a:pt x="8719" y="3057"/>
                  </a:cubicBezTo>
                  <a:cubicBezTo>
                    <a:pt x="8685" y="3057"/>
                    <a:pt x="8486" y="2929"/>
                    <a:pt x="8237" y="2901"/>
                  </a:cubicBezTo>
                  <a:cubicBezTo>
                    <a:pt x="8190" y="2890"/>
                    <a:pt x="8145" y="2886"/>
                    <a:pt x="8102" y="2886"/>
                  </a:cubicBezTo>
                  <a:cubicBezTo>
                    <a:pt x="7939" y="2886"/>
                    <a:pt x="7811" y="2946"/>
                    <a:pt x="7752" y="2946"/>
                  </a:cubicBezTo>
                  <a:cubicBezTo>
                    <a:pt x="7737" y="2946"/>
                    <a:pt x="7726" y="2942"/>
                    <a:pt x="7721" y="2931"/>
                  </a:cubicBezTo>
                  <a:cubicBezTo>
                    <a:pt x="7690" y="2901"/>
                    <a:pt x="7751" y="2871"/>
                    <a:pt x="7842" y="2810"/>
                  </a:cubicBezTo>
                  <a:cubicBezTo>
                    <a:pt x="7956" y="2746"/>
                    <a:pt x="8076" y="2715"/>
                    <a:pt x="8194" y="2715"/>
                  </a:cubicBezTo>
                  <a:close/>
                  <a:moveTo>
                    <a:pt x="5344" y="2897"/>
                  </a:moveTo>
                  <a:cubicBezTo>
                    <a:pt x="5415" y="2897"/>
                    <a:pt x="5492" y="2919"/>
                    <a:pt x="5563" y="2962"/>
                  </a:cubicBezTo>
                  <a:cubicBezTo>
                    <a:pt x="5684" y="3053"/>
                    <a:pt x="5684" y="3235"/>
                    <a:pt x="5593" y="3357"/>
                  </a:cubicBezTo>
                  <a:cubicBezTo>
                    <a:pt x="5533" y="3460"/>
                    <a:pt x="5446" y="3503"/>
                    <a:pt x="5359" y="3503"/>
                  </a:cubicBezTo>
                  <a:cubicBezTo>
                    <a:pt x="5139" y="3503"/>
                    <a:pt x="4919" y="3232"/>
                    <a:pt x="5137" y="2992"/>
                  </a:cubicBezTo>
                  <a:cubicBezTo>
                    <a:pt x="5186" y="2927"/>
                    <a:pt x="5261" y="2897"/>
                    <a:pt x="5344" y="2897"/>
                  </a:cubicBezTo>
                  <a:close/>
                  <a:moveTo>
                    <a:pt x="8420" y="2975"/>
                  </a:moveTo>
                  <a:cubicBezTo>
                    <a:pt x="8501" y="2975"/>
                    <a:pt x="8581" y="3015"/>
                    <a:pt x="8633" y="3083"/>
                  </a:cubicBezTo>
                  <a:cubicBezTo>
                    <a:pt x="8754" y="3205"/>
                    <a:pt x="8724" y="3387"/>
                    <a:pt x="8602" y="3478"/>
                  </a:cubicBezTo>
                  <a:cubicBezTo>
                    <a:pt x="8546" y="3535"/>
                    <a:pt x="8476" y="3559"/>
                    <a:pt x="8409" y="3559"/>
                  </a:cubicBezTo>
                  <a:cubicBezTo>
                    <a:pt x="8331" y="3559"/>
                    <a:pt x="8256" y="3527"/>
                    <a:pt x="8207" y="3478"/>
                  </a:cubicBezTo>
                  <a:cubicBezTo>
                    <a:pt x="8085" y="3357"/>
                    <a:pt x="8116" y="3144"/>
                    <a:pt x="8237" y="3053"/>
                  </a:cubicBezTo>
                  <a:cubicBezTo>
                    <a:pt x="8291" y="3000"/>
                    <a:pt x="8356" y="2975"/>
                    <a:pt x="8420" y="2975"/>
                  </a:cubicBezTo>
                  <a:close/>
                  <a:moveTo>
                    <a:pt x="851" y="2871"/>
                  </a:moveTo>
                  <a:cubicBezTo>
                    <a:pt x="912" y="2871"/>
                    <a:pt x="973" y="2871"/>
                    <a:pt x="1034" y="2901"/>
                  </a:cubicBezTo>
                  <a:cubicBezTo>
                    <a:pt x="1064" y="2931"/>
                    <a:pt x="1064" y="2962"/>
                    <a:pt x="1094" y="3022"/>
                  </a:cubicBezTo>
                  <a:lnTo>
                    <a:pt x="1094" y="3114"/>
                  </a:lnTo>
                  <a:cubicBezTo>
                    <a:pt x="1094" y="3114"/>
                    <a:pt x="1094" y="3083"/>
                    <a:pt x="1064" y="3022"/>
                  </a:cubicBezTo>
                  <a:cubicBezTo>
                    <a:pt x="1042" y="2978"/>
                    <a:pt x="1003" y="2950"/>
                    <a:pt x="948" y="2950"/>
                  </a:cubicBezTo>
                  <a:cubicBezTo>
                    <a:pt x="928" y="2950"/>
                    <a:pt x="906" y="2954"/>
                    <a:pt x="882" y="2962"/>
                  </a:cubicBezTo>
                  <a:cubicBezTo>
                    <a:pt x="791" y="2992"/>
                    <a:pt x="699" y="3083"/>
                    <a:pt x="669" y="3174"/>
                  </a:cubicBezTo>
                  <a:cubicBezTo>
                    <a:pt x="608" y="3326"/>
                    <a:pt x="578" y="3478"/>
                    <a:pt x="608" y="3630"/>
                  </a:cubicBezTo>
                  <a:cubicBezTo>
                    <a:pt x="608" y="3904"/>
                    <a:pt x="760" y="4147"/>
                    <a:pt x="973" y="4269"/>
                  </a:cubicBezTo>
                  <a:cubicBezTo>
                    <a:pt x="1018" y="4284"/>
                    <a:pt x="1056" y="4292"/>
                    <a:pt x="1094" y="4292"/>
                  </a:cubicBezTo>
                  <a:cubicBezTo>
                    <a:pt x="1132" y="4292"/>
                    <a:pt x="1170" y="4284"/>
                    <a:pt x="1216" y="4269"/>
                  </a:cubicBezTo>
                  <a:cubicBezTo>
                    <a:pt x="1246" y="4238"/>
                    <a:pt x="1277" y="4208"/>
                    <a:pt x="1277" y="4208"/>
                  </a:cubicBezTo>
                  <a:cubicBezTo>
                    <a:pt x="1307" y="4208"/>
                    <a:pt x="1246" y="4238"/>
                    <a:pt x="1186" y="4299"/>
                  </a:cubicBezTo>
                  <a:cubicBezTo>
                    <a:pt x="1125" y="4360"/>
                    <a:pt x="1003" y="4360"/>
                    <a:pt x="912" y="4360"/>
                  </a:cubicBezTo>
                  <a:cubicBezTo>
                    <a:pt x="639" y="4238"/>
                    <a:pt x="456" y="3934"/>
                    <a:pt x="456" y="3630"/>
                  </a:cubicBezTo>
                  <a:cubicBezTo>
                    <a:pt x="456" y="3448"/>
                    <a:pt x="487" y="3296"/>
                    <a:pt x="547" y="3144"/>
                  </a:cubicBezTo>
                  <a:cubicBezTo>
                    <a:pt x="608" y="3022"/>
                    <a:pt x="699" y="2901"/>
                    <a:pt x="851" y="2871"/>
                  </a:cubicBezTo>
                  <a:close/>
                  <a:moveTo>
                    <a:pt x="6687" y="2962"/>
                  </a:moveTo>
                  <a:lnTo>
                    <a:pt x="6687" y="2962"/>
                  </a:lnTo>
                  <a:cubicBezTo>
                    <a:pt x="6870" y="3418"/>
                    <a:pt x="7052" y="3934"/>
                    <a:pt x="7143" y="4451"/>
                  </a:cubicBezTo>
                  <a:cubicBezTo>
                    <a:pt x="7204" y="4633"/>
                    <a:pt x="7234" y="4816"/>
                    <a:pt x="7295" y="5029"/>
                  </a:cubicBezTo>
                  <a:cubicBezTo>
                    <a:pt x="7326" y="5120"/>
                    <a:pt x="7326" y="5211"/>
                    <a:pt x="7295" y="5333"/>
                  </a:cubicBezTo>
                  <a:cubicBezTo>
                    <a:pt x="7265" y="5363"/>
                    <a:pt x="7204" y="5424"/>
                    <a:pt x="7143" y="5424"/>
                  </a:cubicBezTo>
                  <a:lnTo>
                    <a:pt x="7022" y="5424"/>
                  </a:lnTo>
                  <a:cubicBezTo>
                    <a:pt x="6870" y="5424"/>
                    <a:pt x="6718" y="5393"/>
                    <a:pt x="6566" y="5363"/>
                  </a:cubicBezTo>
                  <a:cubicBezTo>
                    <a:pt x="6718" y="5302"/>
                    <a:pt x="6870" y="5302"/>
                    <a:pt x="7022" y="5302"/>
                  </a:cubicBezTo>
                  <a:cubicBezTo>
                    <a:pt x="7113" y="5302"/>
                    <a:pt x="7174" y="5302"/>
                    <a:pt x="7174" y="5272"/>
                  </a:cubicBezTo>
                  <a:cubicBezTo>
                    <a:pt x="7174" y="5211"/>
                    <a:pt x="7174" y="5120"/>
                    <a:pt x="7143" y="5059"/>
                  </a:cubicBezTo>
                  <a:cubicBezTo>
                    <a:pt x="7082" y="4877"/>
                    <a:pt x="7052" y="4664"/>
                    <a:pt x="6991" y="4481"/>
                  </a:cubicBezTo>
                  <a:cubicBezTo>
                    <a:pt x="6839" y="3965"/>
                    <a:pt x="6718" y="3478"/>
                    <a:pt x="6687" y="2962"/>
                  </a:cubicBezTo>
                  <a:close/>
                  <a:moveTo>
                    <a:pt x="5609" y="5515"/>
                  </a:moveTo>
                  <a:cubicBezTo>
                    <a:pt x="5612" y="5515"/>
                    <a:pt x="6477" y="6066"/>
                    <a:pt x="6961" y="6092"/>
                  </a:cubicBezTo>
                  <a:cubicBezTo>
                    <a:pt x="6817" y="6277"/>
                    <a:pt x="6591" y="6378"/>
                    <a:pt x="6356" y="6378"/>
                  </a:cubicBezTo>
                  <a:cubicBezTo>
                    <a:pt x="6243" y="6378"/>
                    <a:pt x="6128" y="6355"/>
                    <a:pt x="6019" y="6305"/>
                  </a:cubicBezTo>
                  <a:cubicBezTo>
                    <a:pt x="5441" y="6032"/>
                    <a:pt x="5654" y="5545"/>
                    <a:pt x="5654" y="5545"/>
                  </a:cubicBezTo>
                  <a:cubicBezTo>
                    <a:pt x="5622" y="5524"/>
                    <a:pt x="5608" y="5515"/>
                    <a:pt x="5609" y="5515"/>
                  </a:cubicBezTo>
                  <a:close/>
                  <a:moveTo>
                    <a:pt x="3175" y="1"/>
                  </a:moveTo>
                  <a:cubicBezTo>
                    <a:pt x="2283" y="1"/>
                    <a:pt x="2310" y="1138"/>
                    <a:pt x="2310" y="1138"/>
                  </a:cubicBezTo>
                  <a:lnTo>
                    <a:pt x="2219" y="4117"/>
                  </a:lnTo>
                  <a:lnTo>
                    <a:pt x="1702" y="4117"/>
                  </a:lnTo>
                  <a:lnTo>
                    <a:pt x="1459" y="2323"/>
                  </a:lnTo>
                  <a:lnTo>
                    <a:pt x="1003" y="2323"/>
                  </a:lnTo>
                  <a:cubicBezTo>
                    <a:pt x="578" y="2384"/>
                    <a:pt x="0" y="2658"/>
                    <a:pt x="31" y="3782"/>
                  </a:cubicBezTo>
                  <a:cubicBezTo>
                    <a:pt x="54" y="4732"/>
                    <a:pt x="606" y="4958"/>
                    <a:pt x="1083" y="4958"/>
                  </a:cubicBezTo>
                  <a:cubicBezTo>
                    <a:pt x="1232" y="4958"/>
                    <a:pt x="1374" y="4936"/>
                    <a:pt x="1490" y="4907"/>
                  </a:cubicBezTo>
                  <a:lnTo>
                    <a:pt x="1490" y="4907"/>
                  </a:lnTo>
                  <a:lnTo>
                    <a:pt x="1307" y="9770"/>
                  </a:lnTo>
                  <a:cubicBezTo>
                    <a:pt x="2341" y="10348"/>
                    <a:pt x="3496" y="10682"/>
                    <a:pt x="4681" y="10743"/>
                  </a:cubicBezTo>
                  <a:cubicBezTo>
                    <a:pt x="5198" y="10743"/>
                    <a:pt x="5684" y="10713"/>
                    <a:pt x="6201" y="10652"/>
                  </a:cubicBezTo>
                  <a:cubicBezTo>
                    <a:pt x="6231" y="10196"/>
                    <a:pt x="6292" y="9649"/>
                    <a:pt x="6323" y="9284"/>
                  </a:cubicBezTo>
                  <a:cubicBezTo>
                    <a:pt x="4316" y="9254"/>
                    <a:pt x="3861" y="7734"/>
                    <a:pt x="3860" y="7734"/>
                  </a:cubicBezTo>
                  <a:lnTo>
                    <a:pt x="3860" y="7734"/>
                  </a:lnTo>
                  <a:cubicBezTo>
                    <a:pt x="4590" y="8311"/>
                    <a:pt x="5471" y="8676"/>
                    <a:pt x="6383" y="8767"/>
                  </a:cubicBezTo>
                  <a:lnTo>
                    <a:pt x="6383" y="8798"/>
                  </a:lnTo>
                  <a:cubicBezTo>
                    <a:pt x="6414" y="8798"/>
                    <a:pt x="8420" y="8676"/>
                    <a:pt x="8663" y="6700"/>
                  </a:cubicBezTo>
                  <a:cubicBezTo>
                    <a:pt x="8815" y="5241"/>
                    <a:pt x="8937" y="2445"/>
                    <a:pt x="8997" y="1016"/>
                  </a:cubicBezTo>
                  <a:lnTo>
                    <a:pt x="8997" y="1016"/>
                  </a:lnTo>
                  <a:cubicBezTo>
                    <a:pt x="8997" y="1016"/>
                    <a:pt x="8967" y="1016"/>
                    <a:pt x="8967" y="1047"/>
                  </a:cubicBezTo>
                  <a:cubicBezTo>
                    <a:pt x="8663" y="1199"/>
                    <a:pt x="8298" y="1260"/>
                    <a:pt x="7964" y="1260"/>
                  </a:cubicBezTo>
                  <a:cubicBezTo>
                    <a:pt x="7801" y="1276"/>
                    <a:pt x="7643" y="1283"/>
                    <a:pt x="7488" y="1283"/>
                  </a:cubicBezTo>
                  <a:cubicBezTo>
                    <a:pt x="5624" y="1283"/>
                    <a:pt x="4354" y="182"/>
                    <a:pt x="3344" y="13"/>
                  </a:cubicBezTo>
                  <a:cubicBezTo>
                    <a:pt x="3284" y="5"/>
                    <a:pt x="3228" y="1"/>
                    <a:pt x="3175" y="1"/>
                  </a:cubicBezTo>
                  <a:close/>
                </a:path>
              </a:pathLst>
            </a:custGeom>
            <a:solidFill>
              <a:srgbClr val="B788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>
              <a:off x="1283725" y="3271200"/>
              <a:ext cx="16750" cy="14600"/>
            </a:xfrm>
            <a:custGeom>
              <a:avLst/>
              <a:gdLst/>
              <a:ahLst/>
              <a:cxnLst/>
              <a:rect l="l" t="t" r="r" b="b"/>
              <a:pathLst>
                <a:path w="670" h="584" extrusionOk="0">
                  <a:moveTo>
                    <a:pt x="335" y="0"/>
                  </a:moveTo>
                  <a:cubicBezTo>
                    <a:pt x="271" y="0"/>
                    <a:pt x="206" y="25"/>
                    <a:pt x="152" y="78"/>
                  </a:cubicBezTo>
                  <a:cubicBezTo>
                    <a:pt x="31" y="169"/>
                    <a:pt x="0" y="382"/>
                    <a:pt x="122" y="503"/>
                  </a:cubicBezTo>
                  <a:cubicBezTo>
                    <a:pt x="171" y="552"/>
                    <a:pt x="246" y="584"/>
                    <a:pt x="324" y="584"/>
                  </a:cubicBezTo>
                  <a:cubicBezTo>
                    <a:pt x="391" y="584"/>
                    <a:pt x="461" y="560"/>
                    <a:pt x="517" y="503"/>
                  </a:cubicBezTo>
                  <a:cubicBezTo>
                    <a:pt x="639" y="412"/>
                    <a:pt x="669" y="230"/>
                    <a:pt x="548" y="108"/>
                  </a:cubicBezTo>
                  <a:cubicBezTo>
                    <a:pt x="496" y="40"/>
                    <a:pt x="416" y="0"/>
                    <a:pt x="3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>
              <a:off x="1274600" y="3264675"/>
              <a:ext cx="26625" cy="8575"/>
            </a:xfrm>
            <a:custGeom>
              <a:avLst/>
              <a:gdLst/>
              <a:ahLst/>
              <a:cxnLst/>
              <a:rect l="l" t="t" r="r" b="b"/>
              <a:pathLst>
                <a:path w="1065" h="343" extrusionOk="0">
                  <a:moveTo>
                    <a:pt x="474" y="1"/>
                  </a:moveTo>
                  <a:cubicBezTo>
                    <a:pt x="356" y="1"/>
                    <a:pt x="236" y="32"/>
                    <a:pt x="122" y="96"/>
                  </a:cubicBezTo>
                  <a:cubicBezTo>
                    <a:pt x="31" y="157"/>
                    <a:pt x="1" y="217"/>
                    <a:pt x="1" y="217"/>
                  </a:cubicBezTo>
                  <a:cubicBezTo>
                    <a:pt x="4" y="221"/>
                    <a:pt x="10" y="222"/>
                    <a:pt x="18" y="222"/>
                  </a:cubicBezTo>
                  <a:cubicBezTo>
                    <a:pt x="66" y="222"/>
                    <a:pt x="192" y="170"/>
                    <a:pt x="358" y="170"/>
                  </a:cubicBezTo>
                  <a:cubicBezTo>
                    <a:pt x="408" y="170"/>
                    <a:pt x="461" y="174"/>
                    <a:pt x="517" y="187"/>
                  </a:cubicBezTo>
                  <a:cubicBezTo>
                    <a:pt x="766" y="215"/>
                    <a:pt x="940" y="343"/>
                    <a:pt x="992" y="343"/>
                  </a:cubicBezTo>
                  <a:cubicBezTo>
                    <a:pt x="997" y="343"/>
                    <a:pt x="1001" y="342"/>
                    <a:pt x="1004" y="339"/>
                  </a:cubicBezTo>
                  <a:cubicBezTo>
                    <a:pt x="1065" y="308"/>
                    <a:pt x="1004" y="278"/>
                    <a:pt x="943" y="187"/>
                  </a:cubicBezTo>
                  <a:cubicBezTo>
                    <a:pt x="801" y="63"/>
                    <a:pt x="639" y="1"/>
                    <a:pt x="4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>
              <a:off x="1206400" y="3269225"/>
              <a:ext cx="18850" cy="14625"/>
            </a:xfrm>
            <a:custGeom>
              <a:avLst/>
              <a:gdLst/>
              <a:ahLst/>
              <a:cxnLst/>
              <a:rect l="l" t="t" r="r" b="b"/>
              <a:pathLst>
                <a:path w="754" h="585" extrusionOk="0">
                  <a:moveTo>
                    <a:pt x="352" y="1"/>
                  </a:moveTo>
                  <a:cubicBezTo>
                    <a:pt x="269" y="1"/>
                    <a:pt x="194" y="31"/>
                    <a:pt x="145" y="96"/>
                  </a:cubicBezTo>
                  <a:cubicBezTo>
                    <a:pt x="0" y="299"/>
                    <a:pt x="132" y="585"/>
                    <a:pt x="381" y="585"/>
                  </a:cubicBezTo>
                  <a:cubicBezTo>
                    <a:pt x="393" y="585"/>
                    <a:pt x="406" y="584"/>
                    <a:pt x="419" y="582"/>
                  </a:cubicBezTo>
                  <a:cubicBezTo>
                    <a:pt x="662" y="552"/>
                    <a:pt x="753" y="218"/>
                    <a:pt x="571" y="66"/>
                  </a:cubicBezTo>
                  <a:cubicBezTo>
                    <a:pt x="500" y="23"/>
                    <a:pt x="423" y="1"/>
                    <a:pt x="35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1199375" y="3262400"/>
              <a:ext cx="25100" cy="8800"/>
            </a:xfrm>
            <a:custGeom>
              <a:avLst/>
              <a:gdLst/>
              <a:ahLst/>
              <a:cxnLst/>
              <a:rect l="l" t="t" r="r" b="b"/>
              <a:pathLst>
                <a:path w="1004" h="352" extrusionOk="0">
                  <a:moveTo>
                    <a:pt x="483" y="1"/>
                  </a:moveTo>
                  <a:cubicBezTo>
                    <a:pt x="361" y="1"/>
                    <a:pt x="236" y="32"/>
                    <a:pt x="122" y="96"/>
                  </a:cubicBezTo>
                  <a:cubicBezTo>
                    <a:pt x="31" y="156"/>
                    <a:pt x="1" y="217"/>
                    <a:pt x="1" y="217"/>
                  </a:cubicBezTo>
                  <a:cubicBezTo>
                    <a:pt x="5" y="222"/>
                    <a:pt x="13" y="223"/>
                    <a:pt x="25" y="223"/>
                  </a:cubicBezTo>
                  <a:cubicBezTo>
                    <a:pt x="83" y="223"/>
                    <a:pt x="222" y="180"/>
                    <a:pt x="401" y="180"/>
                  </a:cubicBezTo>
                  <a:cubicBezTo>
                    <a:pt x="438" y="180"/>
                    <a:pt x="477" y="182"/>
                    <a:pt x="517" y="187"/>
                  </a:cubicBezTo>
                  <a:cubicBezTo>
                    <a:pt x="752" y="213"/>
                    <a:pt x="920" y="351"/>
                    <a:pt x="982" y="351"/>
                  </a:cubicBezTo>
                  <a:cubicBezTo>
                    <a:pt x="992" y="351"/>
                    <a:pt x="999" y="347"/>
                    <a:pt x="1004" y="339"/>
                  </a:cubicBezTo>
                  <a:cubicBezTo>
                    <a:pt x="1004" y="339"/>
                    <a:pt x="1004" y="278"/>
                    <a:pt x="943" y="187"/>
                  </a:cubicBezTo>
                  <a:cubicBezTo>
                    <a:pt x="819" y="63"/>
                    <a:pt x="653" y="1"/>
                    <a:pt x="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1245725" y="3270850"/>
              <a:ext cx="19025" cy="61575"/>
            </a:xfrm>
            <a:custGeom>
              <a:avLst/>
              <a:gdLst/>
              <a:ahLst/>
              <a:cxnLst/>
              <a:rect l="l" t="t" r="r" b="b"/>
              <a:pathLst>
                <a:path w="761" h="2463" extrusionOk="0">
                  <a:moveTo>
                    <a:pt x="122" y="1"/>
                  </a:moveTo>
                  <a:lnTo>
                    <a:pt x="122" y="1"/>
                  </a:lnTo>
                  <a:cubicBezTo>
                    <a:pt x="183" y="517"/>
                    <a:pt x="274" y="1004"/>
                    <a:pt x="426" y="1520"/>
                  </a:cubicBezTo>
                  <a:cubicBezTo>
                    <a:pt x="487" y="1703"/>
                    <a:pt x="517" y="1916"/>
                    <a:pt x="578" y="2098"/>
                  </a:cubicBezTo>
                  <a:cubicBezTo>
                    <a:pt x="609" y="2159"/>
                    <a:pt x="609" y="2250"/>
                    <a:pt x="609" y="2311"/>
                  </a:cubicBezTo>
                  <a:cubicBezTo>
                    <a:pt x="609" y="2341"/>
                    <a:pt x="548" y="2341"/>
                    <a:pt x="457" y="2341"/>
                  </a:cubicBezTo>
                  <a:cubicBezTo>
                    <a:pt x="305" y="2341"/>
                    <a:pt x="153" y="2341"/>
                    <a:pt x="1" y="2402"/>
                  </a:cubicBezTo>
                  <a:cubicBezTo>
                    <a:pt x="153" y="2432"/>
                    <a:pt x="305" y="2463"/>
                    <a:pt x="457" y="2463"/>
                  </a:cubicBezTo>
                  <a:lnTo>
                    <a:pt x="578" y="2463"/>
                  </a:lnTo>
                  <a:cubicBezTo>
                    <a:pt x="639" y="2463"/>
                    <a:pt x="700" y="2402"/>
                    <a:pt x="730" y="2372"/>
                  </a:cubicBezTo>
                  <a:cubicBezTo>
                    <a:pt x="761" y="2250"/>
                    <a:pt x="761" y="2159"/>
                    <a:pt x="730" y="2068"/>
                  </a:cubicBezTo>
                  <a:cubicBezTo>
                    <a:pt x="669" y="1855"/>
                    <a:pt x="639" y="1672"/>
                    <a:pt x="578" y="1460"/>
                  </a:cubicBezTo>
                  <a:cubicBezTo>
                    <a:pt x="487" y="973"/>
                    <a:pt x="335" y="457"/>
                    <a:pt x="1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1218375" y="3335225"/>
              <a:ext cx="37250" cy="21825"/>
            </a:xfrm>
            <a:custGeom>
              <a:avLst/>
              <a:gdLst/>
              <a:ahLst/>
              <a:cxnLst/>
              <a:rect l="l" t="t" r="r" b="b"/>
              <a:pathLst>
                <a:path w="1490" h="873" extrusionOk="0">
                  <a:moveTo>
                    <a:pt x="147" y="1"/>
                  </a:moveTo>
                  <a:cubicBezTo>
                    <a:pt x="141" y="1"/>
                    <a:pt x="152" y="13"/>
                    <a:pt x="183" y="40"/>
                  </a:cubicBezTo>
                  <a:cubicBezTo>
                    <a:pt x="183" y="40"/>
                    <a:pt x="0" y="496"/>
                    <a:pt x="578" y="800"/>
                  </a:cubicBezTo>
                  <a:cubicBezTo>
                    <a:pt x="677" y="849"/>
                    <a:pt x="786" y="873"/>
                    <a:pt x="895" y="873"/>
                  </a:cubicBezTo>
                  <a:cubicBezTo>
                    <a:pt x="1120" y="873"/>
                    <a:pt x="1346" y="771"/>
                    <a:pt x="1490" y="587"/>
                  </a:cubicBezTo>
                  <a:cubicBezTo>
                    <a:pt x="1012" y="560"/>
                    <a:pt x="187" y="1"/>
                    <a:pt x="1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1178850" y="3390150"/>
              <a:ext cx="62350" cy="38025"/>
            </a:xfrm>
            <a:custGeom>
              <a:avLst/>
              <a:gdLst/>
              <a:ahLst/>
              <a:cxnLst/>
              <a:rect l="l" t="t" r="r" b="b"/>
              <a:pathLst>
                <a:path w="2494" h="1521" extrusionOk="0">
                  <a:moveTo>
                    <a:pt x="1" y="1"/>
                  </a:moveTo>
                  <a:cubicBezTo>
                    <a:pt x="1" y="1"/>
                    <a:pt x="457" y="1490"/>
                    <a:pt x="2463" y="1521"/>
                  </a:cubicBezTo>
                  <a:lnTo>
                    <a:pt x="2493" y="1034"/>
                  </a:lnTo>
                  <a:lnTo>
                    <a:pt x="2493" y="1004"/>
                  </a:lnTo>
                  <a:cubicBezTo>
                    <a:pt x="1581" y="913"/>
                    <a:pt x="700" y="578"/>
                    <a:pt x="1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>
              <a:off x="1098300" y="3107175"/>
              <a:ext cx="224750" cy="191825"/>
            </a:xfrm>
            <a:custGeom>
              <a:avLst/>
              <a:gdLst/>
              <a:ahLst/>
              <a:cxnLst/>
              <a:rect l="l" t="t" r="r" b="b"/>
              <a:pathLst>
                <a:path w="8990" h="7673" extrusionOk="0">
                  <a:moveTo>
                    <a:pt x="7750" y="0"/>
                  </a:moveTo>
                  <a:cubicBezTo>
                    <a:pt x="7630" y="0"/>
                    <a:pt x="7509" y="25"/>
                    <a:pt x="7387" y="73"/>
                  </a:cubicBezTo>
                  <a:cubicBezTo>
                    <a:pt x="6962" y="256"/>
                    <a:pt x="6597" y="590"/>
                    <a:pt x="6171" y="712"/>
                  </a:cubicBezTo>
                  <a:cubicBezTo>
                    <a:pt x="5920" y="762"/>
                    <a:pt x="5660" y="785"/>
                    <a:pt x="5401" y="785"/>
                  </a:cubicBezTo>
                  <a:cubicBezTo>
                    <a:pt x="5189" y="785"/>
                    <a:pt x="4978" y="769"/>
                    <a:pt x="4773" y="742"/>
                  </a:cubicBezTo>
                  <a:cubicBezTo>
                    <a:pt x="4256" y="742"/>
                    <a:pt x="3740" y="864"/>
                    <a:pt x="3314" y="1168"/>
                  </a:cubicBezTo>
                  <a:cubicBezTo>
                    <a:pt x="2889" y="1472"/>
                    <a:pt x="2615" y="1958"/>
                    <a:pt x="2615" y="2475"/>
                  </a:cubicBezTo>
                  <a:cubicBezTo>
                    <a:pt x="2350" y="2438"/>
                    <a:pt x="2074" y="2407"/>
                    <a:pt x="1807" y="2407"/>
                  </a:cubicBezTo>
                  <a:cubicBezTo>
                    <a:pt x="1401" y="2407"/>
                    <a:pt x="1012" y="2480"/>
                    <a:pt x="700" y="2718"/>
                  </a:cubicBezTo>
                  <a:cubicBezTo>
                    <a:pt x="274" y="3083"/>
                    <a:pt x="1" y="3599"/>
                    <a:pt x="1" y="4177"/>
                  </a:cubicBezTo>
                  <a:cubicBezTo>
                    <a:pt x="31" y="4724"/>
                    <a:pt x="123" y="5271"/>
                    <a:pt x="305" y="5788"/>
                  </a:cubicBezTo>
                  <a:cubicBezTo>
                    <a:pt x="335" y="5818"/>
                    <a:pt x="335" y="5849"/>
                    <a:pt x="335" y="5879"/>
                  </a:cubicBezTo>
                  <a:lnTo>
                    <a:pt x="791" y="5879"/>
                  </a:lnTo>
                  <a:lnTo>
                    <a:pt x="1034" y="7672"/>
                  </a:lnTo>
                  <a:lnTo>
                    <a:pt x="1551" y="7672"/>
                  </a:lnTo>
                  <a:lnTo>
                    <a:pt x="1642" y="4694"/>
                  </a:lnTo>
                  <a:cubicBezTo>
                    <a:pt x="1642" y="4694"/>
                    <a:pt x="1615" y="3586"/>
                    <a:pt x="2503" y="3586"/>
                  </a:cubicBezTo>
                  <a:cubicBezTo>
                    <a:pt x="2557" y="3586"/>
                    <a:pt x="2615" y="3591"/>
                    <a:pt x="2676" y="3599"/>
                  </a:cubicBezTo>
                  <a:cubicBezTo>
                    <a:pt x="3688" y="3740"/>
                    <a:pt x="4960" y="4869"/>
                    <a:pt x="6830" y="4869"/>
                  </a:cubicBezTo>
                  <a:cubicBezTo>
                    <a:pt x="6981" y="4869"/>
                    <a:pt x="7136" y="4861"/>
                    <a:pt x="7296" y="4846"/>
                  </a:cubicBezTo>
                  <a:cubicBezTo>
                    <a:pt x="7630" y="4846"/>
                    <a:pt x="7995" y="4754"/>
                    <a:pt x="8299" y="4602"/>
                  </a:cubicBezTo>
                  <a:cubicBezTo>
                    <a:pt x="8299" y="4602"/>
                    <a:pt x="8329" y="4572"/>
                    <a:pt x="8329" y="4572"/>
                  </a:cubicBezTo>
                  <a:cubicBezTo>
                    <a:pt x="8603" y="4390"/>
                    <a:pt x="8785" y="4086"/>
                    <a:pt x="8785" y="3751"/>
                  </a:cubicBezTo>
                  <a:cubicBezTo>
                    <a:pt x="8758" y="3421"/>
                    <a:pt x="8506" y="3166"/>
                    <a:pt x="8188" y="3143"/>
                  </a:cubicBezTo>
                  <a:lnTo>
                    <a:pt x="8188" y="3143"/>
                  </a:lnTo>
                  <a:cubicBezTo>
                    <a:pt x="8653" y="3109"/>
                    <a:pt x="8990" y="2655"/>
                    <a:pt x="8876" y="2201"/>
                  </a:cubicBezTo>
                  <a:cubicBezTo>
                    <a:pt x="8789" y="1829"/>
                    <a:pt x="8465" y="1614"/>
                    <a:pt x="8131" y="1614"/>
                  </a:cubicBezTo>
                  <a:cubicBezTo>
                    <a:pt x="8002" y="1614"/>
                    <a:pt x="7871" y="1647"/>
                    <a:pt x="7752" y="1715"/>
                  </a:cubicBezTo>
                  <a:cubicBezTo>
                    <a:pt x="7995" y="1532"/>
                    <a:pt x="8208" y="1320"/>
                    <a:pt x="8360" y="1046"/>
                  </a:cubicBezTo>
                  <a:cubicBezTo>
                    <a:pt x="8512" y="742"/>
                    <a:pt x="8481" y="408"/>
                    <a:pt x="8269" y="165"/>
                  </a:cubicBezTo>
                  <a:cubicBezTo>
                    <a:pt x="8104" y="55"/>
                    <a:pt x="7929" y="0"/>
                    <a:pt x="775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/>
            <p:cNvSpPr/>
            <p:nvPr/>
          </p:nvSpPr>
          <p:spPr>
            <a:xfrm>
              <a:off x="1092225" y="3268250"/>
              <a:ext cx="19800" cy="37150"/>
            </a:xfrm>
            <a:custGeom>
              <a:avLst/>
              <a:gdLst/>
              <a:ahLst/>
              <a:cxnLst/>
              <a:rect l="l" t="t" r="r" b="b"/>
              <a:pathLst>
                <a:path w="792" h="1486" extrusionOk="0">
                  <a:moveTo>
                    <a:pt x="449" y="1"/>
                  </a:moveTo>
                  <a:cubicBezTo>
                    <a:pt x="432" y="1"/>
                    <a:pt x="414" y="5"/>
                    <a:pt x="396" y="14"/>
                  </a:cubicBezTo>
                  <a:cubicBezTo>
                    <a:pt x="244" y="44"/>
                    <a:pt x="122" y="135"/>
                    <a:pt x="92" y="287"/>
                  </a:cubicBezTo>
                  <a:cubicBezTo>
                    <a:pt x="31" y="439"/>
                    <a:pt x="1" y="591"/>
                    <a:pt x="1" y="773"/>
                  </a:cubicBezTo>
                  <a:cubicBezTo>
                    <a:pt x="1" y="1077"/>
                    <a:pt x="183" y="1351"/>
                    <a:pt x="457" y="1473"/>
                  </a:cubicBezTo>
                  <a:cubicBezTo>
                    <a:pt x="483" y="1481"/>
                    <a:pt x="510" y="1485"/>
                    <a:pt x="537" y="1485"/>
                  </a:cubicBezTo>
                  <a:cubicBezTo>
                    <a:pt x="601" y="1485"/>
                    <a:pt x="666" y="1464"/>
                    <a:pt x="730" y="1442"/>
                  </a:cubicBezTo>
                  <a:cubicBezTo>
                    <a:pt x="790" y="1383"/>
                    <a:pt x="791" y="1352"/>
                    <a:pt x="791" y="1351"/>
                  </a:cubicBezTo>
                  <a:lnTo>
                    <a:pt x="791" y="1351"/>
                  </a:lnTo>
                  <a:cubicBezTo>
                    <a:pt x="791" y="1352"/>
                    <a:pt x="790" y="1382"/>
                    <a:pt x="730" y="1412"/>
                  </a:cubicBezTo>
                  <a:cubicBezTo>
                    <a:pt x="700" y="1427"/>
                    <a:pt x="662" y="1435"/>
                    <a:pt x="624" y="1435"/>
                  </a:cubicBezTo>
                  <a:cubicBezTo>
                    <a:pt x="586" y="1435"/>
                    <a:pt x="548" y="1427"/>
                    <a:pt x="517" y="1412"/>
                  </a:cubicBezTo>
                  <a:cubicBezTo>
                    <a:pt x="274" y="1260"/>
                    <a:pt x="153" y="1017"/>
                    <a:pt x="153" y="743"/>
                  </a:cubicBezTo>
                  <a:cubicBezTo>
                    <a:pt x="122" y="591"/>
                    <a:pt x="153" y="469"/>
                    <a:pt x="214" y="317"/>
                  </a:cubicBezTo>
                  <a:cubicBezTo>
                    <a:pt x="244" y="226"/>
                    <a:pt x="305" y="135"/>
                    <a:pt x="426" y="74"/>
                  </a:cubicBezTo>
                  <a:cubicBezTo>
                    <a:pt x="487" y="74"/>
                    <a:pt x="578" y="105"/>
                    <a:pt x="609" y="165"/>
                  </a:cubicBezTo>
                  <a:cubicBezTo>
                    <a:pt x="639" y="226"/>
                    <a:pt x="609" y="257"/>
                    <a:pt x="639" y="257"/>
                  </a:cubicBezTo>
                  <a:cubicBezTo>
                    <a:pt x="639" y="257"/>
                    <a:pt x="669" y="226"/>
                    <a:pt x="639" y="135"/>
                  </a:cubicBezTo>
                  <a:cubicBezTo>
                    <a:pt x="609" y="105"/>
                    <a:pt x="578" y="74"/>
                    <a:pt x="548" y="44"/>
                  </a:cubicBezTo>
                  <a:cubicBezTo>
                    <a:pt x="526" y="22"/>
                    <a:pt x="490" y="1"/>
                    <a:pt x="449" y="1"/>
                  </a:cubicBezTo>
                  <a:close/>
                </a:path>
              </a:pathLst>
            </a:custGeom>
            <a:solidFill>
              <a:srgbClr val="A36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/>
            <p:cNvSpPr/>
            <p:nvPr/>
          </p:nvSpPr>
          <p:spPr>
            <a:xfrm>
              <a:off x="1248775" y="2934225"/>
              <a:ext cx="267500" cy="626975"/>
            </a:xfrm>
            <a:custGeom>
              <a:avLst/>
              <a:gdLst/>
              <a:ahLst/>
              <a:cxnLst/>
              <a:rect l="l" t="t" r="r" b="b"/>
              <a:pathLst>
                <a:path w="10700" h="25079" extrusionOk="0">
                  <a:moveTo>
                    <a:pt x="4803" y="0"/>
                  </a:moveTo>
                  <a:lnTo>
                    <a:pt x="4043" y="943"/>
                  </a:lnTo>
                  <a:cubicBezTo>
                    <a:pt x="0" y="5988"/>
                    <a:pt x="1429" y="16080"/>
                    <a:pt x="2219" y="20122"/>
                  </a:cubicBezTo>
                  <a:lnTo>
                    <a:pt x="2645" y="22341"/>
                  </a:lnTo>
                  <a:cubicBezTo>
                    <a:pt x="2645" y="22341"/>
                    <a:pt x="2979" y="24773"/>
                    <a:pt x="3313" y="24894"/>
                  </a:cubicBezTo>
                  <a:cubicBezTo>
                    <a:pt x="3366" y="24921"/>
                    <a:pt x="3415" y="24931"/>
                    <a:pt x="3459" y="24931"/>
                  </a:cubicBezTo>
                  <a:cubicBezTo>
                    <a:pt x="3675" y="24931"/>
                    <a:pt x="3800" y="24682"/>
                    <a:pt x="3800" y="24682"/>
                  </a:cubicBezTo>
                  <a:cubicBezTo>
                    <a:pt x="3800" y="24682"/>
                    <a:pt x="4111" y="25078"/>
                    <a:pt x="4379" y="25078"/>
                  </a:cubicBezTo>
                  <a:cubicBezTo>
                    <a:pt x="4389" y="25078"/>
                    <a:pt x="4398" y="25078"/>
                    <a:pt x="4408" y="25077"/>
                  </a:cubicBezTo>
                  <a:cubicBezTo>
                    <a:pt x="4772" y="25016"/>
                    <a:pt x="4924" y="24378"/>
                    <a:pt x="4924" y="24378"/>
                  </a:cubicBezTo>
                  <a:cubicBezTo>
                    <a:pt x="4924" y="24378"/>
                    <a:pt x="5259" y="24894"/>
                    <a:pt x="5563" y="24894"/>
                  </a:cubicBezTo>
                  <a:cubicBezTo>
                    <a:pt x="5927" y="24894"/>
                    <a:pt x="6019" y="24287"/>
                    <a:pt x="6019" y="24287"/>
                  </a:cubicBezTo>
                  <a:cubicBezTo>
                    <a:pt x="6201" y="24590"/>
                    <a:pt x="6535" y="24803"/>
                    <a:pt x="6900" y="24803"/>
                  </a:cubicBezTo>
                  <a:cubicBezTo>
                    <a:pt x="7143" y="24773"/>
                    <a:pt x="7356" y="24590"/>
                    <a:pt x="7417" y="24347"/>
                  </a:cubicBezTo>
                  <a:cubicBezTo>
                    <a:pt x="7417" y="24347"/>
                    <a:pt x="6900" y="22068"/>
                    <a:pt x="7204" y="21855"/>
                  </a:cubicBezTo>
                  <a:cubicBezTo>
                    <a:pt x="7271" y="21802"/>
                    <a:pt x="7344" y="21780"/>
                    <a:pt x="7421" y="21780"/>
                  </a:cubicBezTo>
                  <a:cubicBezTo>
                    <a:pt x="7694" y="21780"/>
                    <a:pt x="8004" y="22051"/>
                    <a:pt x="8146" y="22098"/>
                  </a:cubicBezTo>
                  <a:cubicBezTo>
                    <a:pt x="8306" y="22166"/>
                    <a:pt x="8996" y="22457"/>
                    <a:pt x="9574" y="22457"/>
                  </a:cubicBezTo>
                  <a:cubicBezTo>
                    <a:pt x="9767" y="22457"/>
                    <a:pt x="9947" y="22425"/>
                    <a:pt x="10092" y="22341"/>
                  </a:cubicBezTo>
                  <a:cubicBezTo>
                    <a:pt x="10700" y="22037"/>
                    <a:pt x="9697" y="21916"/>
                    <a:pt x="8937" y="21460"/>
                  </a:cubicBezTo>
                  <a:cubicBezTo>
                    <a:pt x="8177" y="20973"/>
                    <a:pt x="7234" y="20335"/>
                    <a:pt x="7174" y="19940"/>
                  </a:cubicBezTo>
                  <a:lnTo>
                    <a:pt x="7052" y="19271"/>
                  </a:lnTo>
                  <a:cubicBezTo>
                    <a:pt x="6657" y="16627"/>
                    <a:pt x="6353" y="10487"/>
                    <a:pt x="6809" y="6900"/>
                  </a:cubicBezTo>
                  <a:cubicBezTo>
                    <a:pt x="6870" y="6505"/>
                    <a:pt x="8116" y="5077"/>
                    <a:pt x="9545" y="3526"/>
                  </a:cubicBezTo>
                  <a:lnTo>
                    <a:pt x="4803" y="0"/>
                  </a:lnTo>
                  <a:close/>
                </a:path>
              </a:pathLst>
            </a:custGeom>
            <a:solidFill>
              <a:srgbClr val="E5BA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3"/>
            <p:cNvSpPr/>
            <p:nvPr/>
          </p:nvSpPr>
          <p:spPr>
            <a:xfrm>
              <a:off x="6314950" y="3194875"/>
              <a:ext cx="758400" cy="41825"/>
            </a:xfrm>
            <a:custGeom>
              <a:avLst/>
              <a:gdLst/>
              <a:ahLst/>
              <a:cxnLst/>
              <a:rect l="l" t="t" r="r" b="b"/>
              <a:pathLst>
                <a:path w="30336" h="1673" extrusionOk="0">
                  <a:moveTo>
                    <a:pt x="1" y="1"/>
                  </a:moveTo>
                  <a:lnTo>
                    <a:pt x="1" y="1673"/>
                  </a:lnTo>
                  <a:lnTo>
                    <a:pt x="30336" y="1673"/>
                  </a:lnTo>
                  <a:lnTo>
                    <a:pt x="30336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3"/>
            <p:cNvSpPr/>
            <p:nvPr/>
          </p:nvSpPr>
          <p:spPr>
            <a:xfrm>
              <a:off x="5046725" y="3136250"/>
              <a:ext cx="335875" cy="349675"/>
            </a:xfrm>
            <a:custGeom>
              <a:avLst/>
              <a:gdLst/>
              <a:ahLst/>
              <a:cxnLst/>
              <a:rect l="l" t="t" r="r" b="b"/>
              <a:pathLst>
                <a:path w="13435" h="13987" extrusionOk="0">
                  <a:moveTo>
                    <a:pt x="6866" y="0"/>
                  </a:moveTo>
                  <a:cubicBezTo>
                    <a:pt x="6739" y="0"/>
                    <a:pt x="6647" y="5"/>
                    <a:pt x="6596" y="5"/>
                  </a:cubicBezTo>
                  <a:cubicBezTo>
                    <a:pt x="6596" y="5"/>
                    <a:pt x="6539" y="1"/>
                    <a:pt x="6437" y="1"/>
                  </a:cubicBezTo>
                  <a:cubicBezTo>
                    <a:pt x="5538" y="1"/>
                    <a:pt x="1110" y="295"/>
                    <a:pt x="182" y="6023"/>
                  </a:cubicBezTo>
                  <a:cubicBezTo>
                    <a:pt x="152" y="6236"/>
                    <a:pt x="91" y="6783"/>
                    <a:pt x="61" y="7239"/>
                  </a:cubicBezTo>
                  <a:cubicBezTo>
                    <a:pt x="61" y="7239"/>
                    <a:pt x="61" y="7269"/>
                    <a:pt x="61" y="7482"/>
                  </a:cubicBezTo>
                  <a:cubicBezTo>
                    <a:pt x="30" y="7695"/>
                    <a:pt x="0" y="7847"/>
                    <a:pt x="0" y="7968"/>
                  </a:cubicBezTo>
                  <a:cubicBezTo>
                    <a:pt x="0" y="9549"/>
                    <a:pt x="456" y="13196"/>
                    <a:pt x="4134" y="13987"/>
                  </a:cubicBezTo>
                  <a:lnTo>
                    <a:pt x="4134" y="8637"/>
                  </a:lnTo>
                  <a:lnTo>
                    <a:pt x="4499" y="8667"/>
                  </a:lnTo>
                  <a:cubicBezTo>
                    <a:pt x="4499" y="8667"/>
                    <a:pt x="7538" y="6996"/>
                    <a:pt x="8298" y="3470"/>
                  </a:cubicBezTo>
                  <a:cubicBezTo>
                    <a:pt x="8420" y="4199"/>
                    <a:pt x="8602" y="5689"/>
                    <a:pt x="8328" y="6631"/>
                  </a:cubicBezTo>
                  <a:lnTo>
                    <a:pt x="12645" y="7330"/>
                  </a:lnTo>
                  <a:cubicBezTo>
                    <a:pt x="13070" y="6357"/>
                    <a:pt x="13131" y="5294"/>
                    <a:pt x="12857" y="4290"/>
                  </a:cubicBezTo>
                  <a:lnTo>
                    <a:pt x="12857" y="4290"/>
                  </a:lnTo>
                  <a:cubicBezTo>
                    <a:pt x="13070" y="4868"/>
                    <a:pt x="13222" y="5476"/>
                    <a:pt x="13253" y="6084"/>
                  </a:cubicBezTo>
                  <a:cubicBezTo>
                    <a:pt x="13344" y="6935"/>
                    <a:pt x="13222" y="7452"/>
                    <a:pt x="13253" y="7452"/>
                  </a:cubicBezTo>
                  <a:cubicBezTo>
                    <a:pt x="13313" y="7360"/>
                    <a:pt x="13344" y="7239"/>
                    <a:pt x="13344" y="7117"/>
                  </a:cubicBezTo>
                  <a:cubicBezTo>
                    <a:pt x="13405" y="6783"/>
                    <a:pt x="13435" y="6418"/>
                    <a:pt x="13405" y="6084"/>
                  </a:cubicBezTo>
                  <a:cubicBezTo>
                    <a:pt x="13374" y="4169"/>
                    <a:pt x="12341" y="2376"/>
                    <a:pt x="10699" y="1342"/>
                  </a:cubicBezTo>
                  <a:cubicBezTo>
                    <a:pt x="8957" y="105"/>
                    <a:pt x="7488" y="0"/>
                    <a:pt x="68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3"/>
            <p:cNvSpPr/>
            <p:nvPr/>
          </p:nvSpPr>
          <p:spPr>
            <a:xfrm>
              <a:off x="5156333" y="3911375"/>
              <a:ext cx="351875" cy="369325"/>
            </a:xfrm>
            <a:custGeom>
              <a:avLst/>
              <a:gdLst/>
              <a:ahLst/>
              <a:cxnLst/>
              <a:rect l="l" t="t" r="r" b="b"/>
              <a:pathLst>
                <a:path w="14075" h="14773" extrusionOk="0">
                  <a:moveTo>
                    <a:pt x="7053" y="1"/>
                  </a:moveTo>
                  <a:cubicBezTo>
                    <a:pt x="5016" y="1"/>
                    <a:pt x="3344" y="1764"/>
                    <a:pt x="3344" y="3952"/>
                  </a:cubicBezTo>
                  <a:cubicBezTo>
                    <a:pt x="3314" y="5533"/>
                    <a:pt x="4226" y="6992"/>
                    <a:pt x="5715" y="7630"/>
                  </a:cubicBezTo>
                  <a:cubicBezTo>
                    <a:pt x="1" y="8511"/>
                    <a:pt x="244" y="14712"/>
                    <a:pt x="244" y="14712"/>
                  </a:cubicBezTo>
                  <a:lnTo>
                    <a:pt x="13770" y="14773"/>
                  </a:lnTo>
                  <a:cubicBezTo>
                    <a:pt x="13770" y="14773"/>
                    <a:pt x="14074" y="8511"/>
                    <a:pt x="8390" y="7660"/>
                  </a:cubicBezTo>
                  <a:cubicBezTo>
                    <a:pt x="9849" y="6992"/>
                    <a:pt x="10791" y="5563"/>
                    <a:pt x="10761" y="3982"/>
                  </a:cubicBezTo>
                  <a:cubicBezTo>
                    <a:pt x="10761" y="1794"/>
                    <a:pt x="9120" y="1"/>
                    <a:pt x="7053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8" y="-58654"/>
            <a:ext cx="3728663" cy="2485775"/>
          </a:xfrm>
          <a:prstGeom prst="rect">
            <a:avLst/>
          </a:prstGeom>
        </p:spPr>
      </p:pic>
      <p:pic>
        <p:nvPicPr>
          <p:cNvPr id="339" name="Picture 33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749" y="2110241"/>
            <a:ext cx="2809012" cy="1678640"/>
          </a:xfrm>
          <a:prstGeom prst="rect">
            <a:avLst/>
          </a:prstGeom>
        </p:spPr>
      </p:pic>
      <p:sp>
        <p:nvSpPr>
          <p:cNvPr id="340" name="Google Shape;538;p43"/>
          <p:cNvSpPr txBox="1">
            <a:spLocks/>
          </p:cNvSpPr>
          <p:nvPr/>
        </p:nvSpPr>
        <p:spPr>
          <a:xfrm>
            <a:off x="-6030" y="4741216"/>
            <a:ext cx="2498087" cy="39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1400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 smtClean="0"/>
              <a:t>Presenter: </a:t>
            </a:r>
            <a:r>
              <a:rPr lang="en-US" dirty="0" err="1" smtClean="0"/>
              <a:t>Anamta</a:t>
            </a:r>
            <a:r>
              <a:rPr lang="en-US" dirty="0" smtClean="0"/>
              <a:t> </a:t>
            </a:r>
            <a:r>
              <a:rPr lang="en-US" dirty="0" err="1" smtClean="0"/>
              <a:t>Gohar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5"/>
          <p:cNvSpPr txBox="1">
            <a:spLocks noGrp="1"/>
          </p:cNvSpPr>
          <p:nvPr>
            <p:ph type="subTitle" idx="1"/>
          </p:nvPr>
        </p:nvSpPr>
        <p:spPr>
          <a:xfrm>
            <a:off x="1888574" y="2466085"/>
            <a:ext cx="5249006" cy="12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Students miss important opportunities</a:t>
            </a:r>
          </a:p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Emails are crowded and hard to track</a:t>
            </a:r>
          </a:p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Manual searching takes too much time</a:t>
            </a:r>
          </a:p>
        </p:txBody>
      </p:sp>
      <p:sp>
        <p:nvSpPr>
          <p:cNvPr id="338" name="Google Shape;1036;p48"/>
          <p:cNvSpPr txBox="1">
            <a:spLocks noGrp="1"/>
          </p:cNvSpPr>
          <p:nvPr>
            <p:ph type="title"/>
          </p:nvPr>
        </p:nvSpPr>
        <p:spPr>
          <a:xfrm>
            <a:off x="2210731" y="1341526"/>
            <a:ext cx="460469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/>
              <a:t>Problem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13398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5"/>
          <p:cNvSpPr txBox="1">
            <a:spLocks noGrp="1"/>
          </p:cNvSpPr>
          <p:nvPr>
            <p:ph type="subTitle" idx="1"/>
          </p:nvPr>
        </p:nvSpPr>
        <p:spPr>
          <a:xfrm>
            <a:off x="1888575" y="2110851"/>
            <a:ext cx="5249006" cy="12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Students miss important opportunities</a:t>
            </a:r>
          </a:p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Emails are crowded and hard to track</a:t>
            </a:r>
          </a:p>
          <a:p>
            <a:pPr algn="l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/>
              <a:t>Manual searching takes too much time</a:t>
            </a:r>
          </a:p>
        </p:txBody>
      </p:sp>
      <p:sp>
        <p:nvSpPr>
          <p:cNvPr id="338" name="Google Shape;1036;p48"/>
          <p:cNvSpPr txBox="1">
            <a:spLocks noGrp="1"/>
          </p:cNvSpPr>
          <p:nvPr>
            <p:ph type="title"/>
          </p:nvPr>
        </p:nvSpPr>
        <p:spPr>
          <a:xfrm>
            <a:off x="2210732" y="959977"/>
            <a:ext cx="4604693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/>
              <a:t>Problem</a:t>
            </a:r>
            <a:endParaRPr sz="6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67"/>
          <p:cNvSpPr txBox="1">
            <a:spLocks noGrp="1"/>
          </p:cNvSpPr>
          <p:nvPr>
            <p:ph type="title"/>
          </p:nvPr>
        </p:nvSpPr>
        <p:spPr>
          <a:xfrm>
            <a:off x="5096940" y="1161673"/>
            <a:ext cx="4204072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What </a:t>
            </a:r>
            <a:r>
              <a:rPr lang="en-US" dirty="0" err="1"/>
              <a:t>Madadgar</a:t>
            </a:r>
            <a:r>
              <a:rPr lang="en-US" dirty="0"/>
              <a:t> </a:t>
            </a:r>
            <a:r>
              <a:rPr lang="en-US" dirty="0" smtClean="0"/>
              <a:t>Does?</a:t>
            </a:r>
            <a:endParaRPr dirty="0"/>
          </a:p>
        </p:txBody>
      </p:sp>
      <p:sp>
        <p:nvSpPr>
          <p:cNvPr id="2421" name="Google Shape;2421;p67"/>
          <p:cNvSpPr txBox="1">
            <a:spLocks noGrp="1"/>
          </p:cNvSpPr>
          <p:nvPr>
            <p:ph type="subTitle" idx="1"/>
          </p:nvPr>
        </p:nvSpPr>
        <p:spPr>
          <a:xfrm>
            <a:off x="5502116" y="2120700"/>
            <a:ext cx="2933224" cy="1314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Reads student emails</a:t>
            </a:r>
          </a:p>
          <a:p>
            <a:pPr marL="285750" lvl="0" indent="-285750"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Detects relevant opportunities</a:t>
            </a:r>
          </a:p>
          <a:p>
            <a:pPr marL="285750" lvl="0" indent="-285750"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/>
              <a:t>Prioritizes what matters </a:t>
            </a:r>
            <a:r>
              <a:rPr lang="en-US" dirty="0" smtClean="0"/>
              <a:t>most</a:t>
            </a:r>
          </a:p>
          <a:p>
            <a:pPr marL="285750" lvl="0" indent="-285750"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 smtClean="0"/>
              <a:t>Student Specialized </a:t>
            </a:r>
          </a:p>
          <a:p>
            <a:pPr marL="285750" lvl="0" indent="-285750"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</a:pPr>
            <a:endParaRPr dirty="0"/>
          </a:p>
        </p:txBody>
      </p:sp>
      <p:grpSp>
        <p:nvGrpSpPr>
          <p:cNvPr id="2422" name="Google Shape;2422;p67"/>
          <p:cNvGrpSpPr/>
          <p:nvPr/>
        </p:nvGrpSpPr>
        <p:grpSpPr>
          <a:xfrm>
            <a:off x="685808" y="980900"/>
            <a:ext cx="3872779" cy="3181704"/>
            <a:chOff x="719991" y="980900"/>
            <a:chExt cx="3872779" cy="3181704"/>
          </a:xfrm>
        </p:grpSpPr>
        <p:grpSp>
          <p:nvGrpSpPr>
            <p:cNvPr id="2423" name="Google Shape;2423;p67"/>
            <p:cNvGrpSpPr/>
            <p:nvPr/>
          </p:nvGrpSpPr>
          <p:grpSpPr>
            <a:xfrm>
              <a:off x="719991" y="980900"/>
              <a:ext cx="3872779" cy="3181704"/>
              <a:chOff x="1377550" y="921425"/>
              <a:chExt cx="4891725" cy="4018825"/>
            </a:xfrm>
          </p:grpSpPr>
          <p:sp>
            <p:nvSpPr>
              <p:cNvPr id="2424" name="Google Shape;2424;p67"/>
              <p:cNvSpPr/>
              <p:nvPr/>
            </p:nvSpPr>
            <p:spPr>
              <a:xfrm>
                <a:off x="3046475" y="4166875"/>
                <a:ext cx="1555050" cy="725075"/>
              </a:xfrm>
              <a:custGeom>
                <a:avLst/>
                <a:gdLst/>
                <a:ahLst/>
                <a:cxnLst/>
                <a:rect l="l" t="t" r="r" b="b"/>
                <a:pathLst>
                  <a:path w="62202" h="29003" extrusionOk="0">
                    <a:moveTo>
                      <a:pt x="58720" y="1"/>
                    </a:moveTo>
                    <a:lnTo>
                      <a:pt x="3291" y="120"/>
                    </a:lnTo>
                    <a:lnTo>
                      <a:pt x="0" y="29003"/>
                    </a:lnTo>
                    <a:lnTo>
                      <a:pt x="62202" y="28860"/>
                    </a:lnTo>
                    <a:lnTo>
                      <a:pt x="587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67"/>
              <p:cNvSpPr/>
              <p:nvPr/>
            </p:nvSpPr>
            <p:spPr>
              <a:xfrm>
                <a:off x="3046475" y="4793550"/>
                <a:ext cx="1555050" cy="98400"/>
              </a:xfrm>
              <a:custGeom>
                <a:avLst/>
                <a:gdLst/>
                <a:ahLst/>
                <a:cxnLst/>
                <a:rect l="l" t="t" r="r" b="b"/>
                <a:pathLst>
                  <a:path w="62202" h="3936" extrusionOk="0">
                    <a:moveTo>
                      <a:pt x="61773" y="0"/>
                    </a:moveTo>
                    <a:lnTo>
                      <a:pt x="406" y="24"/>
                    </a:lnTo>
                    <a:lnTo>
                      <a:pt x="0" y="3936"/>
                    </a:lnTo>
                    <a:lnTo>
                      <a:pt x="0" y="3936"/>
                    </a:lnTo>
                    <a:lnTo>
                      <a:pt x="62202" y="3793"/>
                    </a:lnTo>
                    <a:lnTo>
                      <a:pt x="61773" y="0"/>
                    </a:lnTo>
                    <a:close/>
                  </a:path>
                </a:pathLst>
              </a:custGeom>
              <a:solidFill>
                <a:srgbClr val="455A64">
                  <a:alpha val="68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67"/>
              <p:cNvSpPr/>
              <p:nvPr/>
            </p:nvSpPr>
            <p:spPr>
              <a:xfrm>
                <a:off x="2810350" y="4858550"/>
                <a:ext cx="2026100" cy="81700"/>
              </a:xfrm>
              <a:custGeom>
                <a:avLst/>
                <a:gdLst/>
                <a:ahLst/>
                <a:cxnLst/>
                <a:rect l="l" t="t" r="r" b="b"/>
                <a:pathLst>
                  <a:path w="81044" h="3268" extrusionOk="0">
                    <a:moveTo>
                      <a:pt x="81044" y="0"/>
                    </a:moveTo>
                    <a:lnTo>
                      <a:pt x="0" y="215"/>
                    </a:lnTo>
                    <a:lnTo>
                      <a:pt x="24" y="3268"/>
                    </a:lnTo>
                    <a:lnTo>
                      <a:pt x="81044" y="3053"/>
                    </a:lnTo>
                    <a:lnTo>
                      <a:pt x="8104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67"/>
              <p:cNvSpPr/>
              <p:nvPr/>
            </p:nvSpPr>
            <p:spPr>
              <a:xfrm>
                <a:off x="1377550" y="921425"/>
                <a:ext cx="4891725" cy="2879375"/>
              </a:xfrm>
              <a:custGeom>
                <a:avLst/>
                <a:gdLst/>
                <a:ahLst/>
                <a:cxnLst/>
                <a:rect l="l" t="t" r="r" b="b"/>
                <a:pathLst>
                  <a:path w="195669" h="115175" extrusionOk="0">
                    <a:moveTo>
                      <a:pt x="7918" y="1"/>
                    </a:moveTo>
                    <a:cubicBezTo>
                      <a:pt x="3554" y="1"/>
                      <a:pt x="0" y="3554"/>
                      <a:pt x="0" y="7943"/>
                    </a:cubicBezTo>
                    <a:lnTo>
                      <a:pt x="0" y="115174"/>
                    </a:lnTo>
                    <a:lnTo>
                      <a:pt x="195668" y="115174"/>
                    </a:lnTo>
                    <a:lnTo>
                      <a:pt x="195668" y="7943"/>
                    </a:lnTo>
                    <a:cubicBezTo>
                      <a:pt x="195668" y="3554"/>
                      <a:pt x="192115" y="1"/>
                      <a:pt x="1877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67"/>
              <p:cNvSpPr/>
              <p:nvPr/>
            </p:nvSpPr>
            <p:spPr>
              <a:xfrm>
                <a:off x="1377550" y="3800775"/>
                <a:ext cx="4891725" cy="499700"/>
              </a:xfrm>
              <a:custGeom>
                <a:avLst/>
                <a:gdLst/>
                <a:ahLst/>
                <a:cxnLst/>
                <a:rect l="l" t="t" r="r" b="b"/>
                <a:pathLst>
                  <a:path w="195669" h="19988" extrusionOk="0">
                    <a:moveTo>
                      <a:pt x="0" y="0"/>
                    </a:moveTo>
                    <a:lnTo>
                      <a:pt x="0" y="12045"/>
                    </a:lnTo>
                    <a:cubicBezTo>
                      <a:pt x="0" y="16433"/>
                      <a:pt x="3554" y="19987"/>
                      <a:pt x="7918" y="19987"/>
                    </a:cubicBezTo>
                    <a:lnTo>
                      <a:pt x="187726" y="19987"/>
                    </a:lnTo>
                    <a:cubicBezTo>
                      <a:pt x="192115" y="19987"/>
                      <a:pt x="195668" y="16433"/>
                      <a:pt x="195668" y="12045"/>
                    </a:cubicBezTo>
                    <a:lnTo>
                      <a:pt x="1956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67"/>
              <p:cNvSpPr/>
              <p:nvPr/>
            </p:nvSpPr>
            <p:spPr>
              <a:xfrm>
                <a:off x="3727400" y="3947450"/>
                <a:ext cx="190825" cy="190825"/>
              </a:xfrm>
              <a:custGeom>
                <a:avLst/>
                <a:gdLst/>
                <a:ahLst/>
                <a:cxnLst/>
                <a:rect l="l" t="t" r="r" b="b"/>
                <a:pathLst>
                  <a:path w="7633" h="7633" extrusionOk="0">
                    <a:moveTo>
                      <a:pt x="3816" y="1"/>
                    </a:moveTo>
                    <a:cubicBezTo>
                      <a:pt x="1694" y="1"/>
                      <a:pt x="0" y="1694"/>
                      <a:pt x="0" y="3817"/>
                    </a:cubicBezTo>
                    <a:cubicBezTo>
                      <a:pt x="0" y="5939"/>
                      <a:pt x="1694" y="7633"/>
                      <a:pt x="3816" y="7633"/>
                    </a:cubicBezTo>
                    <a:cubicBezTo>
                      <a:pt x="5939" y="7633"/>
                      <a:pt x="7632" y="5939"/>
                      <a:pt x="7632" y="3817"/>
                    </a:cubicBezTo>
                    <a:cubicBezTo>
                      <a:pt x="7632" y="1742"/>
                      <a:pt x="5939" y="1"/>
                      <a:pt x="3816" y="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30" name="Google Shape;2430;p67"/>
            <p:cNvSpPr/>
            <p:nvPr/>
          </p:nvSpPr>
          <p:spPr>
            <a:xfrm>
              <a:off x="2574294" y="3371695"/>
              <a:ext cx="164700" cy="164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2421;p67"/>
          <p:cNvSpPr txBox="1">
            <a:spLocks/>
          </p:cNvSpPr>
          <p:nvPr/>
        </p:nvSpPr>
        <p:spPr>
          <a:xfrm>
            <a:off x="5397944" y="4296777"/>
            <a:ext cx="4204072" cy="498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dirty="0"/>
              <a:t>Simple flow: Email → AI → Ranked list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078" y="1097280"/>
            <a:ext cx="3771288" cy="21607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52"/>
          <p:cNvSpPr/>
          <p:nvPr/>
        </p:nvSpPr>
        <p:spPr>
          <a:xfrm>
            <a:off x="330161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1" name="Google Shape;1261;p52"/>
          <p:cNvCxnSpPr>
            <a:stCxn id="1262" idx="2"/>
            <a:endCxn id="1260" idx="6"/>
          </p:cNvCxnSpPr>
          <p:nvPr/>
        </p:nvCxnSpPr>
        <p:spPr>
          <a:xfrm rot="10800000">
            <a:off x="2843113" y="2807938"/>
            <a:ext cx="4686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2" name="Google Shape;1262;p52"/>
          <p:cNvSpPr/>
          <p:nvPr/>
        </p:nvSpPr>
        <p:spPr>
          <a:xfrm>
            <a:off x="3311713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3" name="Google Shape;1263;p52"/>
          <p:cNvCxnSpPr>
            <a:stCxn id="1264" idx="2"/>
            <a:endCxn id="1262" idx="6"/>
          </p:cNvCxnSpPr>
          <p:nvPr/>
        </p:nvCxnSpPr>
        <p:spPr>
          <a:xfrm rot="10800000">
            <a:off x="5824872" y="2807938"/>
            <a:ext cx="483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52"/>
          <p:cNvSpPr/>
          <p:nvPr/>
        </p:nvSpPr>
        <p:spPr>
          <a:xfrm>
            <a:off x="6308172" y="1551238"/>
            <a:ext cx="2513100" cy="2513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5" name="Google Shape;1265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How It Works?</a:t>
            </a:r>
            <a:endParaRPr dirty="0"/>
          </a:p>
        </p:txBody>
      </p:sp>
      <p:sp>
        <p:nvSpPr>
          <p:cNvPr id="1266" name="Google Shape;1266;p52"/>
          <p:cNvSpPr txBox="1">
            <a:spLocks noGrp="1"/>
          </p:cNvSpPr>
          <p:nvPr>
            <p:ph type="subTitle" idx="1"/>
          </p:nvPr>
        </p:nvSpPr>
        <p:spPr>
          <a:xfrm>
            <a:off x="497246" y="2764523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Filters emails using ML</a:t>
            </a:r>
            <a:endParaRPr dirty="0"/>
          </a:p>
        </p:txBody>
      </p:sp>
      <p:sp>
        <p:nvSpPr>
          <p:cNvPr id="1267" name="Google Shape;1267;p52"/>
          <p:cNvSpPr txBox="1">
            <a:spLocks noGrp="1"/>
          </p:cNvSpPr>
          <p:nvPr>
            <p:ph type="subTitle" idx="2"/>
          </p:nvPr>
        </p:nvSpPr>
        <p:spPr>
          <a:xfrm>
            <a:off x="3477455" y="2647669"/>
            <a:ext cx="21240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Uses LLMs + RAG to extract key information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0" name="Google Shape;1270;p52"/>
          <p:cNvSpPr txBox="1">
            <a:spLocks noGrp="1"/>
          </p:cNvSpPr>
          <p:nvPr>
            <p:ph type="subTitle" idx="5"/>
          </p:nvPr>
        </p:nvSpPr>
        <p:spPr>
          <a:xfrm>
            <a:off x="6502722" y="2608189"/>
            <a:ext cx="2124000" cy="790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dirty="0"/>
              <a:t>Ranks opportunities by profile, preferences, urgency, and eligibility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272" name="Google Shape;1272;p52"/>
          <p:cNvGrpSpPr/>
          <p:nvPr/>
        </p:nvGrpSpPr>
        <p:grpSpPr>
          <a:xfrm>
            <a:off x="1376505" y="1990811"/>
            <a:ext cx="420611" cy="357534"/>
            <a:chOff x="-3037625" y="3254850"/>
            <a:chExt cx="299325" cy="256775"/>
          </a:xfrm>
        </p:grpSpPr>
        <p:sp>
          <p:nvSpPr>
            <p:cNvPr id="1273" name="Google Shape;1273;p52"/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52"/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52"/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52"/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7" name="Google Shape;1277;p52"/>
          <p:cNvGrpSpPr/>
          <p:nvPr/>
        </p:nvGrpSpPr>
        <p:grpSpPr>
          <a:xfrm>
            <a:off x="4363643" y="1965767"/>
            <a:ext cx="424159" cy="419659"/>
            <a:chOff x="-1182750" y="3962900"/>
            <a:chExt cx="294575" cy="291450"/>
          </a:xfrm>
        </p:grpSpPr>
        <p:sp>
          <p:nvSpPr>
            <p:cNvPr id="1278" name="Google Shape;1278;p52"/>
            <p:cNvSpPr/>
            <p:nvPr/>
          </p:nvSpPr>
          <p:spPr>
            <a:xfrm>
              <a:off x="-1078000" y="40306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52"/>
            <p:cNvSpPr/>
            <p:nvPr/>
          </p:nvSpPr>
          <p:spPr>
            <a:xfrm>
              <a:off x="-1129200" y="40999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52"/>
            <p:cNvSpPr/>
            <p:nvPr/>
          </p:nvSpPr>
          <p:spPr>
            <a:xfrm>
              <a:off x="-1009475" y="40818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52"/>
            <p:cNvSpPr/>
            <p:nvPr/>
          </p:nvSpPr>
          <p:spPr>
            <a:xfrm>
              <a:off x="-1182750" y="4168475"/>
              <a:ext cx="292225" cy="34675"/>
            </a:xfrm>
            <a:custGeom>
              <a:avLst/>
              <a:gdLst/>
              <a:ahLst/>
              <a:cxnLst/>
              <a:rect l="l" t="t" r="r" b="b"/>
              <a:pathLst>
                <a:path w="11689" h="1387" extrusionOk="0">
                  <a:moveTo>
                    <a:pt x="0" y="1"/>
                  </a:moveTo>
                  <a:lnTo>
                    <a:pt x="0" y="347"/>
                  </a:lnTo>
                  <a:lnTo>
                    <a:pt x="63" y="347"/>
                  </a:lnTo>
                  <a:cubicBezTo>
                    <a:pt x="63" y="914"/>
                    <a:pt x="504" y="1387"/>
                    <a:pt x="1071" y="1387"/>
                  </a:cubicBezTo>
                  <a:lnTo>
                    <a:pt x="10680" y="1387"/>
                  </a:lnTo>
                  <a:cubicBezTo>
                    <a:pt x="11247" y="1387"/>
                    <a:pt x="11688" y="914"/>
                    <a:pt x="11688" y="347"/>
                  </a:cubicBezTo>
                  <a:lnTo>
                    <a:pt x="116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52"/>
            <p:cNvSpPr/>
            <p:nvPr/>
          </p:nvSpPr>
          <p:spPr>
            <a:xfrm>
              <a:off x="-1117400" y="4220475"/>
              <a:ext cx="161500" cy="33875"/>
            </a:xfrm>
            <a:custGeom>
              <a:avLst/>
              <a:gdLst/>
              <a:ahLst/>
              <a:cxnLst/>
              <a:rect l="l" t="t" r="r" b="b"/>
              <a:pathLst>
                <a:path w="6460" h="1355" extrusionOk="0">
                  <a:moveTo>
                    <a:pt x="1513" y="0"/>
                  </a:moveTo>
                  <a:lnTo>
                    <a:pt x="1356" y="693"/>
                  </a:lnTo>
                  <a:lnTo>
                    <a:pt x="474" y="693"/>
                  </a:lnTo>
                  <a:cubicBezTo>
                    <a:pt x="32" y="693"/>
                    <a:pt x="1" y="1355"/>
                    <a:pt x="474" y="1355"/>
                  </a:cubicBezTo>
                  <a:lnTo>
                    <a:pt x="5924" y="1355"/>
                  </a:lnTo>
                  <a:cubicBezTo>
                    <a:pt x="6459" y="1355"/>
                    <a:pt x="6459" y="693"/>
                    <a:pt x="5987" y="693"/>
                  </a:cubicBezTo>
                  <a:lnTo>
                    <a:pt x="5073" y="693"/>
                  </a:lnTo>
                  <a:lnTo>
                    <a:pt x="49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52"/>
            <p:cNvSpPr/>
            <p:nvPr/>
          </p:nvSpPr>
          <p:spPr>
            <a:xfrm>
              <a:off x="-958300" y="40141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52"/>
            <p:cNvSpPr/>
            <p:nvPr/>
          </p:nvSpPr>
          <p:spPr>
            <a:xfrm>
              <a:off x="-1180400" y="3962900"/>
              <a:ext cx="292225" cy="188275"/>
            </a:xfrm>
            <a:custGeom>
              <a:avLst/>
              <a:gdLst/>
              <a:ahLst/>
              <a:cxnLst/>
              <a:rect l="l" t="t" r="r" b="b"/>
              <a:pathLst>
                <a:path w="11689" h="7531" extrusionOk="0">
                  <a:moveTo>
                    <a:pt x="9232" y="1324"/>
                  </a:moveTo>
                  <a:cubicBezTo>
                    <a:pt x="9799" y="1324"/>
                    <a:pt x="10271" y="1797"/>
                    <a:pt x="10271" y="2364"/>
                  </a:cubicBezTo>
                  <a:cubicBezTo>
                    <a:pt x="10271" y="2922"/>
                    <a:pt x="9822" y="3391"/>
                    <a:pt x="9247" y="3391"/>
                  </a:cubicBezTo>
                  <a:cubicBezTo>
                    <a:pt x="9140" y="3391"/>
                    <a:pt x="9029" y="3375"/>
                    <a:pt x="8916" y="3341"/>
                  </a:cubicBezTo>
                  <a:lnTo>
                    <a:pt x="8034" y="4538"/>
                  </a:lnTo>
                  <a:cubicBezTo>
                    <a:pt x="8507" y="5199"/>
                    <a:pt x="7971" y="6144"/>
                    <a:pt x="7152" y="6144"/>
                  </a:cubicBezTo>
                  <a:cubicBezTo>
                    <a:pt x="6491" y="6144"/>
                    <a:pt x="5987" y="5514"/>
                    <a:pt x="6176" y="4790"/>
                  </a:cubicBezTo>
                  <a:lnTo>
                    <a:pt x="4978" y="3908"/>
                  </a:lnTo>
                  <a:cubicBezTo>
                    <a:pt x="4839" y="4007"/>
                    <a:pt x="4661" y="4069"/>
                    <a:pt x="4470" y="4069"/>
                  </a:cubicBezTo>
                  <a:cubicBezTo>
                    <a:pt x="4359" y="4069"/>
                    <a:pt x="4243" y="4048"/>
                    <a:pt x="4128" y="4002"/>
                  </a:cubicBezTo>
                  <a:lnTo>
                    <a:pt x="3214" y="5199"/>
                  </a:lnTo>
                  <a:cubicBezTo>
                    <a:pt x="3340" y="5357"/>
                    <a:pt x="3372" y="5546"/>
                    <a:pt x="3372" y="5735"/>
                  </a:cubicBezTo>
                  <a:cubicBezTo>
                    <a:pt x="3372" y="6302"/>
                    <a:pt x="2899" y="6775"/>
                    <a:pt x="2363" y="6775"/>
                  </a:cubicBezTo>
                  <a:cubicBezTo>
                    <a:pt x="1796" y="6775"/>
                    <a:pt x="1324" y="6302"/>
                    <a:pt x="1324" y="5735"/>
                  </a:cubicBezTo>
                  <a:cubicBezTo>
                    <a:pt x="1324" y="5199"/>
                    <a:pt x="1796" y="4727"/>
                    <a:pt x="2363" y="4727"/>
                  </a:cubicBezTo>
                  <a:cubicBezTo>
                    <a:pt x="2489" y="4727"/>
                    <a:pt x="2552" y="4758"/>
                    <a:pt x="2678" y="4758"/>
                  </a:cubicBezTo>
                  <a:lnTo>
                    <a:pt x="3592" y="3593"/>
                  </a:lnTo>
                  <a:cubicBezTo>
                    <a:pt x="3120" y="2899"/>
                    <a:pt x="3624" y="1954"/>
                    <a:pt x="4443" y="1954"/>
                  </a:cubicBezTo>
                  <a:cubicBezTo>
                    <a:pt x="5104" y="1954"/>
                    <a:pt x="5640" y="2584"/>
                    <a:pt x="5419" y="3309"/>
                  </a:cubicBezTo>
                  <a:lnTo>
                    <a:pt x="6617" y="4223"/>
                  </a:lnTo>
                  <a:cubicBezTo>
                    <a:pt x="6766" y="4116"/>
                    <a:pt x="6959" y="4038"/>
                    <a:pt x="7165" y="4038"/>
                  </a:cubicBezTo>
                  <a:cubicBezTo>
                    <a:pt x="7264" y="4038"/>
                    <a:pt x="7365" y="4056"/>
                    <a:pt x="7467" y="4097"/>
                  </a:cubicBezTo>
                  <a:lnTo>
                    <a:pt x="8381" y="2899"/>
                  </a:lnTo>
                  <a:cubicBezTo>
                    <a:pt x="8255" y="2742"/>
                    <a:pt x="8223" y="2553"/>
                    <a:pt x="8223" y="2364"/>
                  </a:cubicBezTo>
                  <a:cubicBezTo>
                    <a:pt x="8223" y="1797"/>
                    <a:pt x="8696" y="1324"/>
                    <a:pt x="9232" y="1324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4"/>
                    <a:pt x="1" y="1009"/>
                  </a:cubicBezTo>
                  <a:lnTo>
                    <a:pt x="1" y="7531"/>
                  </a:lnTo>
                  <a:lnTo>
                    <a:pt x="11689" y="7531"/>
                  </a:lnTo>
                  <a:lnTo>
                    <a:pt x="11689" y="1009"/>
                  </a:lnTo>
                  <a:cubicBezTo>
                    <a:pt x="11657" y="411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5" name="Google Shape;1285;p52"/>
          <p:cNvGrpSpPr/>
          <p:nvPr/>
        </p:nvGrpSpPr>
        <p:grpSpPr>
          <a:xfrm>
            <a:off x="7349234" y="1975971"/>
            <a:ext cx="421927" cy="399248"/>
            <a:chOff x="-1592325" y="3957400"/>
            <a:chExt cx="293025" cy="277275"/>
          </a:xfrm>
        </p:grpSpPr>
        <p:sp>
          <p:nvSpPr>
            <p:cNvPr id="1286" name="Google Shape;1286;p52"/>
            <p:cNvSpPr/>
            <p:nvPr/>
          </p:nvSpPr>
          <p:spPr>
            <a:xfrm>
              <a:off x="-1591550" y="3957400"/>
              <a:ext cx="292250" cy="68550"/>
            </a:xfrm>
            <a:custGeom>
              <a:avLst/>
              <a:gdLst/>
              <a:ahLst/>
              <a:cxnLst/>
              <a:rect l="l" t="t" r="r" b="b"/>
              <a:pathLst>
                <a:path w="11690" h="2742" extrusionOk="0">
                  <a:moveTo>
                    <a:pt x="9894" y="1355"/>
                  </a:moveTo>
                  <a:cubicBezTo>
                    <a:pt x="10335" y="1355"/>
                    <a:pt x="10366" y="2017"/>
                    <a:pt x="9894" y="2017"/>
                  </a:cubicBezTo>
                  <a:lnTo>
                    <a:pt x="5798" y="2017"/>
                  </a:lnTo>
                  <a:cubicBezTo>
                    <a:pt x="5778" y="2019"/>
                    <a:pt x="5759" y="2021"/>
                    <a:pt x="5741" y="2021"/>
                  </a:cubicBezTo>
                  <a:cubicBezTo>
                    <a:pt x="5326" y="2021"/>
                    <a:pt x="5345" y="1355"/>
                    <a:pt x="5798" y="1355"/>
                  </a:cubicBezTo>
                  <a:close/>
                  <a:moveTo>
                    <a:pt x="1671" y="1355"/>
                  </a:moveTo>
                  <a:cubicBezTo>
                    <a:pt x="1860" y="1355"/>
                    <a:pt x="2017" y="1513"/>
                    <a:pt x="2017" y="1702"/>
                  </a:cubicBezTo>
                  <a:cubicBezTo>
                    <a:pt x="2017" y="1891"/>
                    <a:pt x="1860" y="2048"/>
                    <a:pt x="1671" y="2048"/>
                  </a:cubicBezTo>
                  <a:cubicBezTo>
                    <a:pt x="1482" y="2048"/>
                    <a:pt x="1324" y="1891"/>
                    <a:pt x="1324" y="1702"/>
                  </a:cubicBezTo>
                  <a:cubicBezTo>
                    <a:pt x="1356" y="1513"/>
                    <a:pt x="1513" y="1355"/>
                    <a:pt x="1671" y="1355"/>
                  </a:cubicBezTo>
                  <a:close/>
                  <a:moveTo>
                    <a:pt x="3057" y="1355"/>
                  </a:moveTo>
                  <a:cubicBezTo>
                    <a:pt x="3246" y="1355"/>
                    <a:pt x="3404" y="1513"/>
                    <a:pt x="3404" y="1702"/>
                  </a:cubicBezTo>
                  <a:cubicBezTo>
                    <a:pt x="3404" y="1891"/>
                    <a:pt x="3246" y="2048"/>
                    <a:pt x="3057" y="2048"/>
                  </a:cubicBezTo>
                  <a:cubicBezTo>
                    <a:pt x="2836" y="2048"/>
                    <a:pt x="2679" y="1891"/>
                    <a:pt x="2679" y="1702"/>
                  </a:cubicBezTo>
                  <a:cubicBezTo>
                    <a:pt x="2679" y="1513"/>
                    <a:pt x="2836" y="1355"/>
                    <a:pt x="3057" y="1355"/>
                  </a:cubicBezTo>
                  <a:close/>
                  <a:moveTo>
                    <a:pt x="4412" y="1355"/>
                  </a:moveTo>
                  <a:cubicBezTo>
                    <a:pt x="4632" y="1355"/>
                    <a:pt x="4790" y="1513"/>
                    <a:pt x="4790" y="1702"/>
                  </a:cubicBezTo>
                  <a:cubicBezTo>
                    <a:pt x="4790" y="1891"/>
                    <a:pt x="4632" y="2048"/>
                    <a:pt x="4412" y="2048"/>
                  </a:cubicBezTo>
                  <a:cubicBezTo>
                    <a:pt x="4223" y="2048"/>
                    <a:pt x="4065" y="1891"/>
                    <a:pt x="4065" y="1702"/>
                  </a:cubicBezTo>
                  <a:cubicBezTo>
                    <a:pt x="4065" y="1513"/>
                    <a:pt x="4223" y="1355"/>
                    <a:pt x="4412" y="1355"/>
                  </a:cubicBezTo>
                  <a:close/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741"/>
                  </a:lnTo>
                  <a:lnTo>
                    <a:pt x="11689" y="2741"/>
                  </a:lnTo>
                  <a:lnTo>
                    <a:pt x="11689" y="1040"/>
                  </a:lnTo>
                  <a:cubicBezTo>
                    <a:pt x="11689" y="505"/>
                    <a:pt x="11154" y="0"/>
                    <a:pt x="106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52"/>
            <p:cNvSpPr/>
            <p:nvPr/>
          </p:nvSpPr>
          <p:spPr>
            <a:xfrm>
              <a:off x="-1592325" y="4043250"/>
              <a:ext cx="291450" cy="171725"/>
            </a:xfrm>
            <a:custGeom>
              <a:avLst/>
              <a:gdLst/>
              <a:ahLst/>
              <a:cxnLst/>
              <a:rect l="l" t="t" r="r" b="b"/>
              <a:pathLst>
                <a:path w="11658" h="6869" extrusionOk="0">
                  <a:moveTo>
                    <a:pt x="0" y="0"/>
                  </a:moveTo>
                  <a:lnTo>
                    <a:pt x="0" y="5829"/>
                  </a:lnTo>
                  <a:cubicBezTo>
                    <a:pt x="0" y="6396"/>
                    <a:pt x="473" y="6869"/>
                    <a:pt x="1040" y="6869"/>
                  </a:cubicBezTo>
                  <a:lnTo>
                    <a:pt x="2867" y="6869"/>
                  </a:lnTo>
                  <a:lnTo>
                    <a:pt x="2647" y="6616"/>
                  </a:lnTo>
                  <a:cubicBezTo>
                    <a:pt x="2521" y="6522"/>
                    <a:pt x="2521" y="6270"/>
                    <a:pt x="2647" y="6144"/>
                  </a:cubicBezTo>
                  <a:lnTo>
                    <a:pt x="2993" y="5797"/>
                  </a:lnTo>
                  <a:cubicBezTo>
                    <a:pt x="2962" y="5734"/>
                    <a:pt x="2930" y="5608"/>
                    <a:pt x="2867" y="5482"/>
                  </a:cubicBezTo>
                  <a:lnTo>
                    <a:pt x="2363" y="5482"/>
                  </a:lnTo>
                  <a:cubicBezTo>
                    <a:pt x="2174" y="5482"/>
                    <a:pt x="2017" y="5325"/>
                    <a:pt x="2017" y="5136"/>
                  </a:cubicBezTo>
                  <a:lnTo>
                    <a:pt x="2017" y="3750"/>
                  </a:lnTo>
                  <a:cubicBezTo>
                    <a:pt x="2017" y="3561"/>
                    <a:pt x="2174" y="3403"/>
                    <a:pt x="2363" y="3403"/>
                  </a:cubicBezTo>
                  <a:lnTo>
                    <a:pt x="2867" y="3403"/>
                  </a:lnTo>
                  <a:cubicBezTo>
                    <a:pt x="2930" y="3277"/>
                    <a:pt x="2962" y="3214"/>
                    <a:pt x="2993" y="3088"/>
                  </a:cubicBezTo>
                  <a:lnTo>
                    <a:pt x="2647" y="2741"/>
                  </a:lnTo>
                  <a:cubicBezTo>
                    <a:pt x="2521" y="2615"/>
                    <a:pt x="2521" y="2363"/>
                    <a:pt x="2647" y="2269"/>
                  </a:cubicBezTo>
                  <a:lnTo>
                    <a:pt x="3624" y="1261"/>
                  </a:lnTo>
                  <a:cubicBezTo>
                    <a:pt x="3687" y="1213"/>
                    <a:pt x="3773" y="1190"/>
                    <a:pt x="3860" y="1190"/>
                  </a:cubicBezTo>
                  <a:cubicBezTo>
                    <a:pt x="3946" y="1190"/>
                    <a:pt x="4033" y="1213"/>
                    <a:pt x="4096" y="1261"/>
                  </a:cubicBezTo>
                  <a:lnTo>
                    <a:pt x="4443" y="1639"/>
                  </a:lnTo>
                  <a:cubicBezTo>
                    <a:pt x="4537" y="1576"/>
                    <a:pt x="4663" y="1544"/>
                    <a:pt x="4758" y="1513"/>
                  </a:cubicBezTo>
                  <a:lnTo>
                    <a:pt x="4758" y="1009"/>
                  </a:lnTo>
                  <a:cubicBezTo>
                    <a:pt x="4758" y="788"/>
                    <a:pt x="4915" y="631"/>
                    <a:pt x="5136" y="631"/>
                  </a:cubicBezTo>
                  <a:lnTo>
                    <a:pt x="6490" y="631"/>
                  </a:lnTo>
                  <a:cubicBezTo>
                    <a:pt x="6711" y="631"/>
                    <a:pt x="6869" y="788"/>
                    <a:pt x="6869" y="1009"/>
                  </a:cubicBezTo>
                  <a:lnTo>
                    <a:pt x="6869" y="1513"/>
                  </a:lnTo>
                  <a:cubicBezTo>
                    <a:pt x="6963" y="1544"/>
                    <a:pt x="7058" y="1576"/>
                    <a:pt x="7184" y="1639"/>
                  </a:cubicBezTo>
                  <a:lnTo>
                    <a:pt x="7530" y="1261"/>
                  </a:lnTo>
                  <a:cubicBezTo>
                    <a:pt x="7593" y="1213"/>
                    <a:pt x="7680" y="1190"/>
                    <a:pt x="7766" y="1190"/>
                  </a:cubicBezTo>
                  <a:cubicBezTo>
                    <a:pt x="7853" y="1190"/>
                    <a:pt x="7940" y="1213"/>
                    <a:pt x="8003" y="1261"/>
                  </a:cubicBezTo>
                  <a:lnTo>
                    <a:pt x="8979" y="2269"/>
                  </a:lnTo>
                  <a:cubicBezTo>
                    <a:pt x="9105" y="2363"/>
                    <a:pt x="9105" y="2615"/>
                    <a:pt x="8979" y="2741"/>
                  </a:cubicBezTo>
                  <a:lnTo>
                    <a:pt x="8633" y="3088"/>
                  </a:lnTo>
                  <a:cubicBezTo>
                    <a:pt x="8664" y="3151"/>
                    <a:pt x="8696" y="3277"/>
                    <a:pt x="8759" y="3403"/>
                  </a:cubicBezTo>
                  <a:lnTo>
                    <a:pt x="9263" y="3403"/>
                  </a:lnTo>
                  <a:cubicBezTo>
                    <a:pt x="9452" y="3403"/>
                    <a:pt x="9609" y="3561"/>
                    <a:pt x="9609" y="3750"/>
                  </a:cubicBezTo>
                  <a:lnTo>
                    <a:pt x="9609" y="5136"/>
                  </a:lnTo>
                  <a:cubicBezTo>
                    <a:pt x="9609" y="5325"/>
                    <a:pt x="9452" y="5482"/>
                    <a:pt x="9263" y="5482"/>
                  </a:cubicBezTo>
                  <a:lnTo>
                    <a:pt x="8759" y="5482"/>
                  </a:lnTo>
                  <a:cubicBezTo>
                    <a:pt x="8727" y="5608"/>
                    <a:pt x="8664" y="5671"/>
                    <a:pt x="8633" y="5797"/>
                  </a:cubicBezTo>
                  <a:lnTo>
                    <a:pt x="8979" y="6144"/>
                  </a:lnTo>
                  <a:cubicBezTo>
                    <a:pt x="9105" y="6270"/>
                    <a:pt x="9105" y="6522"/>
                    <a:pt x="8979" y="6616"/>
                  </a:cubicBezTo>
                  <a:lnTo>
                    <a:pt x="8759" y="6869"/>
                  </a:lnTo>
                  <a:lnTo>
                    <a:pt x="10586" y="6869"/>
                  </a:lnTo>
                  <a:cubicBezTo>
                    <a:pt x="11153" y="6869"/>
                    <a:pt x="11657" y="6396"/>
                    <a:pt x="11657" y="5829"/>
                  </a:cubicBezTo>
                  <a:lnTo>
                    <a:pt x="116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52"/>
            <p:cNvSpPr/>
            <p:nvPr/>
          </p:nvSpPr>
          <p:spPr>
            <a:xfrm>
              <a:off x="-1471825" y="41291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42" y="1"/>
                    <a:pt x="1" y="473"/>
                    <a:pt x="1" y="1009"/>
                  </a:cubicBezTo>
                  <a:cubicBezTo>
                    <a:pt x="1" y="1576"/>
                    <a:pt x="442" y="2048"/>
                    <a:pt x="1009" y="2048"/>
                  </a:cubicBezTo>
                  <a:cubicBezTo>
                    <a:pt x="1576" y="2048"/>
                    <a:pt x="2049" y="1576"/>
                    <a:pt x="2049" y="1009"/>
                  </a:cubicBez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52"/>
            <p:cNvSpPr/>
            <p:nvPr/>
          </p:nvSpPr>
          <p:spPr>
            <a:xfrm>
              <a:off x="-1526175" y="4077900"/>
              <a:ext cx="156775" cy="156775"/>
            </a:xfrm>
            <a:custGeom>
              <a:avLst/>
              <a:gdLst/>
              <a:ahLst/>
              <a:cxnLst/>
              <a:rect l="l" t="t" r="r" b="b"/>
              <a:pathLst>
                <a:path w="6271" h="6271" extrusionOk="0">
                  <a:moveTo>
                    <a:pt x="3183" y="1418"/>
                  </a:moveTo>
                  <a:cubicBezTo>
                    <a:pt x="4128" y="1418"/>
                    <a:pt x="4884" y="2175"/>
                    <a:pt x="4884" y="3120"/>
                  </a:cubicBezTo>
                  <a:cubicBezTo>
                    <a:pt x="4884" y="4033"/>
                    <a:pt x="4128" y="4821"/>
                    <a:pt x="3183" y="4821"/>
                  </a:cubicBezTo>
                  <a:cubicBezTo>
                    <a:pt x="2238" y="4821"/>
                    <a:pt x="1482" y="4065"/>
                    <a:pt x="1482" y="3120"/>
                  </a:cubicBezTo>
                  <a:cubicBezTo>
                    <a:pt x="1482" y="2175"/>
                    <a:pt x="2238" y="1418"/>
                    <a:pt x="3183" y="1418"/>
                  </a:cubicBezTo>
                  <a:close/>
                  <a:moveTo>
                    <a:pt x="2805" y="1"/>
                  </a:moveTo>
                  <a:lnTo>
                    <a:pt x="2805" y="442"/>
                  </a:lnTo>
                  <a:cubicBezTo>
                    <a:pt x="2805" y="599"/>
                    <a:pt x="2679" y="725"/>
                    <a:pt x="2521" y="757"/>
                  </a:cubicBezTo>
                  <a:cubicBezTo>
                    <a:pt x="2332" y="788"/>
                    <a:pt x="2080" y="914"/>
                    <a:pt x="1891" y="1040"/>
                  </a:cubicBezTo>
                  <a:cubicBezTo>
                    <a:pt x="1847" y="1063"/>
                    <a:pt x="1794" y="1073"/>
                    <a:pt x="1739" y="1073"/>
                  </a:cubicBezTo>
                  <a:cubicBezTo>
                    <a:pt x="1639" y="1073"/>
                    <a:pt x="1531" y="1038"/>
                    <a:pt x="1450" y="977"/>
                  </a:cubicBezTo>
                  <a:lnTo>
                    <a:pt x="1135" y="662"/>
                  </a:lnTo>
                  <a:lnTo>
                    <a:pt x="662" y="1135"/>
                  </a:lnTo>
                  <a:lnTo>
                    <a:pt x="978" y="1450"/>
                  </a:lnTo>
                  <a:cubicBezTo>
                    <a:pt x="1104" y="1576"/>
                    <a:pt x="1104" y="1733"/>
                    <a:pt x="1041" y="1891"/>
                  </a:cubicBezTo>
                  <a:cubicBezTo>
                    <a:pt x="915" y="2080"/>
                    <a:pt x="820" y="2301"/>
                    <a:pt x="757" y="2521"/>
                  </a:cubicBezTo>
                  <a:cubicBezTo>
                    <a:pt x="726" y="2679"/>
                    <a:pt x="599" y="2805"/>
                    <a:pt x="442" y="2805"/>
                  </a:cubicBezTo>
                  <a:lnTo>
                    <a:pt x="1" y="2805"/>
                  </a:lnTo>
                  <a:lnTo>
                    <a:pt x="1" y="3466"/>
                  </a:lnTo>
                  <a:lnTo>
                    <a:pt x="442" y="3466"/>
                  </a:lnTo>
                  <a:cubicBezTo>
                    <a:pt x="599" y="3466"/>
                    <a:pt x="726" y="3592"/>
                    <a:pt x="757" y="3750"/>
                  </a:cubicBezTo>
                  <a:cubicBezTo>
                    <a:pt x="789" y="3939"/>
                    <a:pt x="915" y="4191"/>
                    <a:pt x="1041" y="4380"/>
                  </a:cubicBezTo>
                  <a:cubicBezTo>
                    <a:pt x="1104" y="4506"/>
                    <a:pt x="1072" y="4695"/>
                    <a:pt x="978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4" y="5220"/>
                    <a:pt x="1609" y="5189"/>
                    <a:pt x="1698" y="5189"/>
                  </a:cubicBezTo>
                  <a:cubicBezTo>
                    <a:pt x="1761" y="5189"/>
                    <a:pt x="1826" y="5204"/>
                    <a:pt x="1891" y="5230"/>
                  </a:cubicBezTo>
                  <a:cubicBezTo>
                    <a:pt x="2080" y="5357"/>
                    <a:pt x="2301" y="5451"/>
                    <a:pt x="2521" y="5514"/>
                  </a:cubicBezTo>
                  <a:cubicBezTo>
                    <a:pt x="2679" y="5546"/>
                    <a:pt x="2805" y="5672"/>
                    <a:pt x="2805" y="5829"/>
                  </a:cubicBezTo>
                  <a:lnTo>
                    <a:pt x="2805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92" y="5546"/>
                    <a:pt x="3750" y="5514"/>
                  </a:cubicBezTo>
                  <a:cubicBezTo>
                    <a:pt x="3939" y="5483"/>
                    <a:pt x="4160" y="5357"/>
                    <a:pt x="4380" y="5230"/>
                  </a:cubicBezTo>
                  <a:cubicBezTo>
                    <a:pt x="4414" y="5208"/>
                    <a:pt x="4463" y="5198"/>
                    <a:pt x="4517" y="5198"/>
                  </a:cubicBezTo>
                  <a:cubicBezTo>
                    <a:pt x="4615" y="5198"/>
                    <a:pt x="4729" y="5232"/>
                    <a:pt x="4790" y="5294"/>
                  </a:cubicBezTo>
                  <a:lnTo>
                    <a:pt x="5105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68" y="4695"/>
                    <a:pt x="5168" y="4537"/>
                    <a:pt x="5231" y="4380"/>
                  </a:cubicBezTo>
                  <a:cubicBezTo>
                    <a:pt x="5357" y="4191"/>
                    <a:pt x="5420" y="3970"/>
                    <a:pt x="5514" y="3750"/>
                  </a:cubicBezTo>
                  <a:cubicBezTo>
                    <a:pt x="5546" y="3592"/>
                    <a:pt x="5672" y="3466"/>
                    <a:pt x="5829" y="3466"/>
                  </a:cubicBezTo>
                  <a:lnTo>
                    <a:pt x="6270" y="3466"/>
                  </a:lnTo>
                  <a:lnTo>
                    <a:pt x="6270" y="2773"/>
                  </a:lnTo>
                  <a:lnTo>
                    <a:pt x="5829" y="2773"/>
                  </a:lnTo>
                  <a:cubicBezTo>
                    <a:pt x="5672" y="2773"/>
                    <a:pt x="5546" y="2647"/>
                    <a:pt x="5514" y="2490"/>
                  </a:cubicBezTo>
                  <a:cubicBezTo>
                    <a:pt x="5483" y="2301"/>
                    <a:pt x="5357" y="2049"/>
                    <a:pt x="5231" y="1859"/>
                  </a:cubicBezTo>
                  <a:cubicBezTo>
                    <a:pt x="5168" y="1733"/>
                    <a:pt x="5199" y="1544"/>
                    <a:pt x="5262" y="1418"/>
                  </a:cubicBezTo>
                  <a:lnTo>
                    <a:pt x="5577" y="1103"/>
                  </a:lnTo>
                  <a:lnTo>
                    <a:pt x="5105" y="631"/>
                  </a:lnTo>
                  <a:lnTo>
                    <a:pt x="4790" y="946"/>
                  </a:lnTo>
                  <a:cubicBezTo>
                    <a:pt x="4739" y="1013"/>
                    <a:pt x="4670" y="1045"/>
                    <a:pt x="4593" y="1045"/>
                  </a:cubicBezTo>
                  <a:cubicBezTo>
                    <a:pt x="4526" y="1045"/>
                    <a:pt x="4453" y="1021"/>
                    <a:pt x="4380" y="977"/>
                  </a:cubicBezTo>
                  <a:cubicBezTo>
                    <a:pt x="4160" y="883"/>
                    <a:pt x="3971" y="788"/>
                    <a:pt x="3750" y="725"/>
                  </a:cubicBezTo>
                  <a:cubicBezTo>
                    <a:pt x="3592" y="662"/>
                    <a:pt x="3466" y="568"/>
                    <a:pt x="3466" y="410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0" name="Google Shape;1290;p52"/>
          <p:cNvSpPr/>
          <p:nvPr/>
        </p:nvSpPr>
        <p:spPr>
          <a:xfrm>
            <a:off x="794711" y="1231263"/>
            <a:ext cx="369900" cy="36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1" name="Google Shape;1291;p52"/>
          <p:cNvSpPr/>
          <p:nvPr/>
        </p:nvSpPr>
        <p:spPr>
          <a:xfrm>
            <a:off x="7931472" y="1309563"/>
            <a:ext cx="213300" cy="213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2" name="Google Shape;1292;p52"/>
          <p:cNvSpPr/>
          <p:nvPr/>
        </p:nvSpPr>
        <p:spPr>
          <a:xfrm>
            <a:off x="5521125" y="381676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52"/>
          <p:cNvSpPr/>
          <p:nvPr/>
        </p:nvSpPr>
        <p:spPr>
          <a:xfrm>
            <a:off x="5685275" y="3552638"/>
            <a:ext cx="272100" cy="272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4" name="Google Shape;1294;p52"/>
          <p:cNvSpPr/>
          <p:nvPr/>
        </p:nvSpPr>
        <p:spPr>
          <a:xfrm>
            <a:off x="1332361" y="136731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5" name="Google Shape;1295;p52"/>
          <p:cNvSpPr/>
          <p:nvPr/>
        </p:nvSpPr>
        <p:spPr>
          <a:xfrm>
            <a:off x="3751575" y="1601163"/>
            <a:ext cx="97800" cy="97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6" name="Google Shape;1296;p52"/>
          <p:cNvGrpSpPr/>
          <p:nvPr/>
        </p:nvGrpSpPr>
        <p:grpSpPr>
          <a:xfrm flipH="1">
            <a:off x="478251" y="4069594"/>
            <a:ext cx="557414" cy="1071157"/>
            <a:chOff x="4002401" y="6360650"/>
            <a:chExt cx="930575" cy="1788241"/>
          </a:xfrm>
        </p:grpSpPr>
        <p:sp>
          <p:nvSpPr>
            <p:cNvPr id="1297" name="Google Shape;1297;p52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52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52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52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52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52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52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4" name="Google Shape;1304;p52"/>
          <p:cNvGrpSpPr/>
          <p:nvPr/>
        </p:nvGrpSpPr>
        <p:grpSpPr>
          <a:xfrm>
            <a:off x="8124138" y="4278168"/>
            <a:ext cx="668104" cy="895218"/>
            <a:chOff x="122038" y="7256930"/>
            <a:chExt cx="668104" cy="895218"/>
          </a:xfrm>
        </p:grpSpPr>
        <p:sp>
          <p:nvSpPr>
            <p:cNvPr id="1305" name="Google Shape;1305;p52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52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52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52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52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52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6"/>
          <p:cNvSpPr/>
          <p:nvPr/>
        </p:nvSpPr>
        <p:spPr>
          <a:xfrm>
            <a:off x="4237500" y="124277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46"/>
          <p:cNvSpPr/>
          <p:nvPr/>
        </p:nvSpPr>
        <p:spPr>
          <a:xfrm>
            <a:off x="6942600" y="124277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46"/>
          <p:cNvSpPr/>
          <p:nvPr/>
        </p:nvSpPr>
        <p:spPr>
          <a:xfrm>
            <a:off x="6942600" y="308442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46"/>
          <p:cNvSpPr/>
          <p:nvPr/>
        </p:nvSpPr>
        <p:spPr>
          <a:xfrm>
            <a:off x="4237500" y="308442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46"/>
          <p:cNvSpPr/>
          <p:nvPr/>
        </p:nvSpPr>
        <p:spPr>
          <a:xfrm>
            <a:off x="1532400" y="308442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46"/>
          <p:cNvSpPr/>
          <p:nvPr/>
        </p:nvSpPr>
        <p:spPr>
          <a:xfrm>
            <a:off x="1532350" y="1242775"/>
            <a:ext cx="669000" cy="669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Core Features</a:t>
            </a:r>
            <a:endParaRPr dirty="0"/>
          </a:p>
        </p:txBody>
      </p:sp>
      <p:sp>
        <p:nvSpPr>
          <p:cNvPr id="896" name="Google Shape;896;p46"/>
          <p:cNvSpPr txBox="1">
            <a:spLocks noGrp="1"/>
          </p:cNvSpPr>
          <p:nvPr>
            <p:ph type="subTitle" idx="2"/>
          </p:nvPr>
        </p:nvSpPr>
        <p:spPr>
          <a:xfrm>
            <a:off x="6562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Scholarships</a:t>
            </a:r>
            <a:endParaRPr dirty="0"/>
          </a:p>
        </p:txBody>
      </p:sp>
      <p:sp>
        <p:nvSpPr>
          <p:cNvPr id="898" name="Google Shape;898;p46"/>
          <p:cNvSpPr txBox="1">
            <a:spLocks noGrp="1"/>
          </p:cNvSpPr>
          <p:nvPr>
            <p:ph type="subTitle" idx="4"/>
          </p:nvPr>
        </p:nvSpPr>
        <p:spPr>
          <a:xfrm>
            <a:off x="33613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Internships</a:t>
            </a:r>
            <a:endParaRPr dirty="0"/>
          </a:p>
        </p:txBody>
      </p:sp>
      <p:sp>
        <p:nvSpPr>
          <p:cNvPr id="900" name="Google Shape;900;p46"/>
          <p:cNvSpPr txBox="1">
            <a:spLocks noGrp="1"/>
          </p:cNvSpPr>
          <p:nvPr>
            <p:ph type="subTitle" idx="6"/>
          </p:nvPr>
        </p:nvSpPr>
        <p:spPr>
          <a:xfrm>
            <a:off x="6066450" y="189883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Deadlines</a:t>
            </a:r>
            <a:endParaRPr dirty="0"/>
          </a:p>
        </p:txBody>
      </p:sp>
      <p:sp>
        <p:nvSpPr>
          <p:cNvPr id="902" name="Google Shape;902;p46"/>
          <p:cNvSpPr txBox="1">
            <a:spLocks noGrp="1"/>
          </p:cNvSpPr>
          <p:nvPr>
            <p:ph type="subTitle" idx="8"/>
          </p:nvPr>
        </p:nvSpPr>
        <p:spPr>
          <a:xfrm>
            <a:off x="6562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Career guidance</a:t>
            </a:r>
            <a:endParaRPr dirty="0"/>
          </a:p>
        </p:txBody>
      </p:sp>
      <p:sp>
        <p:nvSpPr>
          <p:cNvPr id="904" name="Google Shape;904;p46"/>
          <p:cNvSpPr txBox="1">
            <a:spLocks noGrp="1"/>
          </p:cNvSpPr>
          <p:nvPr>
            <p:ph type="subTitle" idx="13"/>
          </p:nvPr>
        </p:nvSpPr>
        <p:spPr>
          <a:xfrm>
            <a:off x="33613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Personalized next steps</a:t>
            </a:r>
            <a:endParaRPr dirty="0"/>
          </a:p>
        </p:txBody>
      </p:sp>
      <p:sp>
        <p:nvSpPr>
          <p:cNvPr id="906" name="Google Shape;906;p46"/>
          <p:cNvSpPr txBox="1">
            <a:spLocks noGrp="1"/>
          </p:cNvSpPr>
          <p:nvPr>
            <p:ph type="subTitle" idx="15"/>
          </p:nvPr>
        </p:nvSpPr>
        <p:spPr>
          <a:xfrm>
            <a:off x="6066450" y="3739661"/>
            <a:ext cx="24213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Persnalized Chabot</a:t>
            </a:r>
            <a:endParaRPr dirty="0"/>
          </a:p>
        </p:txBody>
      </p:sp>
      <p:sp>
        <p:nvSpPr>
          <p:cNvPr id="907" name="Google Shape;907;p46"/>
          <p:cNvSpPr txBox="1">
            <a:spLocks noGrp="1"/>
          </p:cNvSpPr>
          <p:nvPr>
            <p:ph type="title" idx="16"/>
          </p:nvPr>
        </p:nvSpPr>
        <p:spPr>
          <a:xfrm>
            <a:off x="1532300" y="124277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1</a:t>
            </a:r>
            <a:endParaRPr dirty="0"/>
          </a:p>
        </p:txBody>
      </p:sp>
      <p:sp>
        <p:nvSpPr>
          <p:cNvPr id="908" name="Google Shape;908;p46"/>
          <p:cNvSpPr txBox="1">
            <a:spLocks noGrp="1"/>
          </p:cNvSpPr>
          <p:nvPr>
            <p:ph type="title" idx="17"/>
          </p:nvPr>
        </p:nvSpPr>
        <p:spPr>
          <a:xfrm>
            <a:off x="1532300" y="30844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4</a:t>
            </a:r>
            <a:endParaRPr dirty="0"/>
          </a:p>
        </p:txBody>
      </p:sp>
      <p:sp>
        <p:nvSpPr>
          <p:cNvPr id="909" name="Google Shape;909;p46"/>
          <p:cNvSpPr txBox="1">
            <a:spLocks noGrp="1"/>
          </p:cNvSpPr>
          <p:nvPr>
            <p:ph type="title" idx="18"/>
          </p:nvPr>
        </p:nvSpPr>
        <p:spPr>
          <a:xfrm>
            <a:off x="4237450" y="12428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2</a:t>
            </a:r>
            <a:endParaRPr dirty="0"/>
          </a:p>
        </p:txBody>
      </p:sp>
      <p:sp>
        <p:nvSpPr>
          <p:cNvPr id="910" name="Google Shape;910;p46"/>
          <p:cNvSpPr txBox="1">
            <a:spLocks noGrp="1"/>
          </p:cNvSpPr>
          <p:nvPr>
            <p:ph type="title" idx="19"/>
          </p:nvPr>
        </p:nvSpPr>
        <p:spPr>
          <a:xfrm>
            <a:off x="4237500" y="30844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5</a:t>
            </a:r>
            <a:endParaRPr dirty="0"/>
          </a:p>
        </p:txBody>
      </p:sp>
      <p:sp>
        <p:nvSpPr>
          <p:cNvPr id="911" name="Google Shape;911;p46"/>
          <p:cNvSpPr txBox="1">
            <a:spLocks noGrp="1"/>
          </p:cNvSpPr>
          <p:nvPr>
            <p:ph type="title" idx="20"/>
          </p:nvPr>
        </p:nvSpPr>
        <p:spPr>
          <a:xfrm>
            <a:off x="6942450" y="1242825"/>
            <a:ext cx="6690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</a:t>
            </a:r>
            <a:endParaRPr dirty="0"/>
          </a:p>
        </p:txBody>
      </p:sp>
      <p:sp>
        <p:nvSpPr>
          <p:cNvPr id="912" name="Google Shape;912;p46"/>
          <p:cNvSpPr txBox="1">
            <a:spLocks noGrp="1"/>
          </p:cNvSpPr>
          <p:nvPr>
            <p:ph type="title" idx="21"/>
          </p:nvPr>
        </p:nvSpPr>
        <p:spPr>
          <a:xfrm>
            <a:off x="6942300" y="3084425"/>
            <a:ext cx="669300" cy="66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6</a:t>
            </a:r>
            <a:endParaRPr dirty="0"/>
          </a:p>
        </p:txBody>
      </p:sp>
      <p:sp>
        <p:nvSpPr>
          <p:cNvPr id="913" name="Google Shape;913;p46"/>
          <p:cNvSpPr/>
          <p:nvPr/>
        </p:nvSpPr>
        <p:spPr>
          <a:xfrm>
            <a:off x="2161375" y="1189250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6"/>
          <p:cNvSpPr/>
          <p:nvPr/>
        </p:nvSpPr>
        <p:spPr>
          <a:xfrm>
            <a:off x="6896500" y="3137175"/>
            <a:ext cx="94200" cy="9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46"/>
          <p:cNvSpPr/>
          <p:nvPr/>
        </p:nvSpPr>
        <p:spPr>
          <a:xfrm>
            <a:off x="7095800" y="2975375"/>
            <a:ext cx="36000" cy="36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46"/>
          <p:cNvSpPr/>
          <p:nvPr/>
        </p:nvSpPr>
        <p:spPr>
          <a:xfrm rot="2506023">
            <a:off x="4082293" y="3099138"/>
            <a:ext cx="170284" cy="170284"/>
          </a:xfrm>
          <a:custGeom>
            <a:avLst/>
            <a:gdLst/>
            <a:ahLst/>
            <a:cxnLst/>
            <a:rect l="l" t="t" r="r" b="b"/>
            <a:pathLst>
              <a:path w="3861" h="3861" extrusionOk="0">
                <a:moveTo>
                  <a:pt x="1946" y="1"/>
                </a:moveTo>
                <a:cubicBezTo>
                  <a:pt x="851" y="1"/>
                  <a:pt x="0" y="852"/>
                  <a:pt x="0" y="1946"/>
                </a:cubicBezTo>
                <a:cubicBezTo>
                  <a:pt x="0" y="3010"/>
                  <a:pt x="851" y="3861"/>
                  <a:pt x="1946" y="3861"/>
                </a:cubicBezTo>
                <a:cubicBezTo>
                  <a:pt x="3010" y="3861"/>
                  <a:pt x="3861" y="3010"/>
                  <a:pt x="3861" y="1946"/>
                </a:cubicBezTo>
                <a:cubicBezTo>
                  <a:pt x="3861" y="852"/>
                  <a:pt x="3010" y="1"/>
                  <a:pt x="194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53"/>
          <p:cNvSpPr txBox="1">
            <a:spLocks noGrp="1"/>
          </p:cNvSpPr>
          <p:nvPr>
            <p:ph type="title"/>
          </p:nvPr>
        </p:nvSpPr>
        <p:spPr>
          <a:xfrm>
            <a:off x="729947" y="1423500"/>
            <a:ext cx="3067800" cy="67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Smart </a:t>
            </a:r>
            <a:r>
              <a:rPr lang="en-US" dirty="0" err="1" smtClean="0"/>
              <a:t>Chatbot</a:t>
            </a:r>
            <a:endParaRPr dirty="0"/>
          </a:p>
        </p:txBody>
      </p:sp>
      <p:sp>
        <p:nvSpPr>
          <p:cNvPr id="1317" name="Google Shape;1317;p53"/>
          <p:cNvSpPr txBox="1">
            <a:spLocks noGrp="1"/>
          </p:cNvSpPr>
          <p:nvPr>
            <p:ph type="subTitle" idx="1"/>
          </p:nvPr>
        </p:nvSpPr>
        <p:spPr>
          <a:xfrm>
            <a:off x="422958" y="2202792"/>
            <a:ext cx="3972842" cy="14663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dk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2"/>
                </a:solidFill>
              </a:rPr>
              <a:t>Student-profile specific </a:t>
            </a:r>
            <a:r>
              <a:rPr lang="en-US" dirty="0" err="1" smtClean="0">
                <a:solidFill>
                  <a:schemeClr val="dk2"/>
                </a:solidFill>
              </a:rPr>
              <a:t>chatbot</a:t>
            </a:r>
            <a:endParaRPr lang="en-US" dirty="0">
              <a:solidFill>
                <a:schemeClr val="dk2"/>
              </a:solidFill>
            </a:endParaRPr>
          </a:p>
          <a:p>
            <a:pPr marL="285750" lvl="0" indent="-285750">
              <a:buClr>
                <a:schemeClr val="dk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2"/>
                </a:solidFill>
              </a:rPr>
              <a:t>Built with LLM + RAG</a:t>
            </a:r>
          </a:p>
          <a:p>
            <a:pPr marL="285750" lvl="0" indent="-285750">
              <a:buClr>
                <a:schemeClr val="dk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2"/>
                </a:solidFill>
              </a:rPr>
              <a:t>Helps with studies, careers, and scholarship emails</a:t>
            </a:r>
          </a:p>
          <a:p>
            <a:pPr marL="285750" lvl="0" indent="-285750">
              <a:buClr>
                <a:schemeClr val="dk1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dk2"/>
                </a:solidFill>
              </a:rPr>
              <a:t>Guardrails ensure safe responses</a:t>
            </a:r>
            <a:endParaRPr dirty="0"/>
          </a:p>
        </p:txBody>
      </p:sp>
      <p:sp>
        <p:nvSpPr>
          <p:cNvPr id="1318" name="Google Shape;1318;p53"/>
          <p:cNvSpPr/>
          <p:nvPr/>
        </p:nvSpPr>
        <p:spPr>
          <a:xfrm>
            <a:off x="8351725" y="771842"/>
            <a:ext cx="113400" cy="113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53"/>
          <p:cNvSpPr/>
          <p:nvPr/>
        </p:nvSpPr>
        <p:spPr>
          <a:xfrm>
            <a:off x="8351725" y="2935982"/>
            <a:ext cx="113400" cy="113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53"/>
          <p:cNvSpPr/>
          <p:nvPr/>
        </p:nvSpPr>
        <p:spPr>
          <a:xfrm>
            <a:off x="7764726" y="3127459"/>
            <a:ext cx="674400" cy="674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53"/>
          <p:cNvSpPr/>
          <p:nvPr/>
        </p:nvSpPr>
        <p:spPr>
          <a:xfrm>
            <a:off x="7610427" y="3705709"/>
            <a:ext cx="192300" cy="192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" t="1340" r="2348" b="1340"/>
          <a:stretch/>
        </p:blipFill>
        <p:spPr>
          <a:xfrm>
            <a:off x="4015691" y="828542"/>
            <a:ext cx="4174790" cy="2731964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softEdge rad="254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2" name="Google Shape;1612;p57"/>
          <p:cNvGrpSpPr/>
          <p:nvPr/>
        </p:nvGrpSpPr>
        <p:grpSpPr>
          <a:xfrm>
            <a:off x="1000612" y="2899263"/>
            <a:ext cx="7529930" cy="1730908"/>
            <a:chOff x="2552214" y="1910966"/>
            <a:chExt cx="5904807" cy="1444634"/>
          </a:xfrm>
        </p:grpSpPr>
        <p:sp>
          <p:nvSpPr>
            <p:cNvPr id="1613" name="Google Shape;1613;p57"/>
            <p:cNvSpPr/>
            <p:nvPr/>
          </p:nvSpPr>
          <p:spPr>
            <a:xfrm>
              <a:off x="7128405" y="2073396"/>
              <a:ext cx="1109700" cy="1109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7"/>
            <p:cNvSpPr/>
            <p:nvPr/>
          </p:nvSpPr>
          <p:spPr>
            <a:xfrm>
              <a:off x="5672167" y="2073396"/>
              <a:ext cx="1109700" cy="11097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7"/>
            <p:cNvSpPr/>
            <p:nvPr/>
          </p:nvSpPr>
          <p:spPr>
            <a:xfrm>
              <a:off x="4215904" y="2073396"/>
              <a:ext cx="1109700" cy="1109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7"/>
            <p:cNvSpPr/>
            <p:nvPr/>
          </p:nvSpPr>
          <p:spPr>
            <a:xfrm>
              <a:off x="2752846" y="2073396"/>
              <a:ext cx="1109700" cy="1109700"/>
            </a:xfrm>
            <a:prstGeom prst="ellipse">
              <a:avLst/>
            </a:prstGeom>
            <a:solidFill>
              <a:schemeClr val="accent5"/>
            </a:solidFill>
            <a:ln w="1905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64F7A"/>
                </a:solidFill>
              </a:endParaRPr>
            </a:p>
          </p:txBody>
        </p:sp>
        <p:sp>
          <p:nvSpPr>
            <p:cNvPr id="1617" name="Google Shape;1617;p57"/>
            <p:cNvSpPr/>
            <p:nvPr/>
          </p:nvSpPr>
          <p:spPr>
            <a:xfrm rot="10800000">
              <a:off x="6946558" y="2632746"/>
              <a:ext cx="1444814" cy="722854"/>
            </a:xfrm>
            <a:custGeom>
              <a:avLst/>
              <a:gdLst/>
              <a:ahLst/>
              <a:cxnLst/>
              <a:rect l="l" t="t" r="r" b="b"/>
              <a:pathLst>
                <a:path w="44066" h="22050" fill="none" extrusionOk="0">
                  <a:moveTo>
                    <a:pt x="1" y="22050"/>
                  </a:moveTo>
                  <a:cubicBezTo>
                    <a:pt x="1" y="9874"/>
                    <a:pt x="9874" y="1"/>
                    <a:pt x="22050" y="1"/>
                  </a:cubicBezTo>
                  <a:cubicBezTo>
                    <a:pt x="34192" y="1"/>
                    <a:pt x="44065" y="9874"/>
                    <a:pt x="44065" y="22050"/>
                  </a:cubicBezTo>
                </a:path>
              </a:pathLst>
            </a:custGeom>
            <a:solidFill>
              <a:schemeClr val="lt1"/>
            </a:solidFill>
            <a:ln w="19050" cap="rnd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7"/>
            <p:cNvSpPr/>
            <p:nvPr/>
          </p:nvSpPr>
          <p:spPr>
            <a:xfrm rot="10800000">
              <a:off x="5501810" y="1910966"/>
              <a:ext cx="1444814" cy="721772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5" y="1"/>
                  </a:moveTo>
                  <a:cubicBezTo>
                    <a:pt x="44065" y="12176"/>
                    <a:pt x="34191" y="22016"/>
                    <a:pt x="22049" y="22016"/>
                  </a:cubicBezTo>
                  <a:cubicBezTo>
                    <a:pt x="9874" y="22016"/>
                    <a:pt x="0" y="12176"/>
                    <a:pt x="0" y="1"/>
                  </a:cubicBezTo>
                </a:path>
              </a:pathLst>
            </a:custGeom>
            <a:solidFill>
              <a:schemeClr val="accent5"/>
            </a:solidFill>
            <a:ln w="19050" cap="rnd" cmpd="sng">
              <a:solidFill>
                <a:schemeClr val="accent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7"/>
            <p:cNvSpPr/>
            <p:nvPr/>
          </p:nvSpPr>
          <p:spPr>
            <a:xfrm rot="10800000">
              <a:off x="4057095" y="2632746"/>
              <a:ext cx="1444781" cy="722854"/>
            </a:xfrm>
            <a:custGeom>
              <a:avLst/>
              <a:gdLst/>
              <a:ahLst/>
              <a:cxnLst/>
              <a:rect l="l" t="t" r="r" b="b"/>
              <a:pathLst>
                <a:path w="44065" h="22050" fill="none" extrusionOk="0">
                  <a:moveTo>
                    <a:pt x="0" y="22050"/>
                  </a:moveTo>
                  <a:cubicBezTo>
                    <a:pt x="0" y="9874"/>
                    <a:pt x="9874" y="1"/>
                    <a:pt x="22049" y="1"/>
                  </a:cubicBezTo>
                  <a:cubicBezTo>
                    <a:pt x="34191" y="1"/>
                    <a:pt x="44065" y="9874"/>
                    <a:pt x="44065" y="22050"/>
                  </a:cubicBezTo>
                </a:path>
              </a:pathLst>
            </a:custGeom>
            <a:solidFill>
              <a:schemeClr val="lt1"/>
            </a:solidFill>
            <a:ln w="19050" cap="rnd" cmpd="sng">
              <a:solidFill>
                <a:schemeClr val="lt1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7"/>
            <p:cNvSpPr/>
            <p:nvPr/>
          </p:nvSpPr>
          <p:spPr>
            <a:xfrm rot="10800000">
              <a:off x="2612347" y="1910966"/>
              <a:ext cx="1444814" cy="721772"/>
            </a:xfrm>
            <a:custGeom>
              <a:avLst/>
              <a:gdLst/>
              <a:ahLst/>
              <a:cxnLst/>
              <a:rect l="l" t="t" r="r" b="b"/>
              <a:pathLst>
                <a:path w="44066" h="22017" fill="none" extrusionOk="0">
                  <a:moveTo>
                    <a:pt x="44066" y="1"/>
                  </a:moveTo>
                  <a:cubicBezTo>
                    <a:pt x="44066" y="12176"/>
                    <a:pt x="34192" y="22016"/>
                    <a:pt x="22017" y="22016"/>
                  </a:cubicBezTo>
                  <a:cubicBezTo>
                    <a:pt x="9875" y="22016"/>
                    <a:pt x="1" y="12176"/>
                    <a:pt x="1" y="1"/>
                  </a:cubicBezTo>
                </a:path>
              </a:pathLst>
            </a:custGeom>
            <a:solidFill>
              <a:schemeClr val="accent5"/>
            </a:solidFill>
            <a:ln w="19050" cap="rnd" cmpd="sng">
              <a:solidFill>
                <a:schemeClr val="accent5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7"/>
            <p:cNvSpPr/>
            <p:nvPr/>
          </p:nvSpPr>
          <p:spPr>
            <a:xfrm rot="10800000">
              <a:off x="5441710" y="2568074"/>
              <a:ext cx="120330" cy="12034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7"/>
            <p:cNvSpPr/>
            <p:nvPr/>
          </p:nvSpPr>
          <p:spPr>
            <a:xfrm rot="10800000">
              <a:off x="3996962" y="2568074"/>
              <a:ext cx="120330" cy="12034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7"/>
            <p:cNvSpPr/>
            <p:nvPr/>
          </p:nvSpPr>
          <p:spPr>
            <a:xfrm rot="10800000">
              <a:off x="2552214" y="2568074"/>
              <a:ext cx="120330" cy="12034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0" y="835"/>
                    <a:pt x="0" y="1836"/>
                  </a:cubicBezTo>
                  <a:cubicBezTo>
                    <a:pt x="0" y="2870"/>
                    <a:pt x="834" y="3670"/>
                    <a:pt x="1835" y="3670"/>
                  </a:cubicBezTo>
                  <a:cubicBezTo>
                    <a:pt x="2836" y="3670"/>
                    <a:pt x="3669" y="2870"/>
                    <a:pt x="3669" y="1836"/>
                  </a:cubicBezTo>
                  <a:cubicBezTo>
                    <a:pt x="3669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57"/>
            <p:cNvSpPr/>
            <p:nvPr/>
          </p:nvSpPr>
          <p:spPr>
            <a:xfrm rot="10800000">
              <a:off x="6886425" y="2568074"/>
              <a:ext cx="120363" cy="120345"/>
            </a:xfrm>
            <a:custGeom>
              <a:avLst/>
              <a:gdLst/>
              <a:ahLst/>
              <a:cxnLst/>
              <a:rect l="l" t="t" r="r" b="b"/>
              <a:pathLst>
                <a:path w="3671" h="3671" extrusionOk="0">
                  <a:moveTo>
                    <a:pt x="1835" y="1"/>
                  </a:moveTo>
                  <a:cubicBezTo>
                    <a:pt x="835" y="1"/>
                    <a:pt x="1" y="835"/>
                    <a:pt x="1" y="1836"/>
                  </a:cubicBezTo>
                  <a:cubicBezTo>
                    <a:pt x="1" y="2870"/>
                    <a:pt x="835" y="3670"/>
                    <a:pt x="1835" y="3670"/>
                  </a:cubicBezTo>
                  <a:cubicBezTo>
                    <a:pt x="2869" y="3670"/>
                    <a:pt x="3670" y="2870"/>
                    <a:pt x="3670" y="1836"/>
                  </a:cubicBezTo>
                  <a:cubicBezTo>
                    <a:pt x="3670" y="835"/>
                    <a:pt x="2836" y="1"/>
                    <a:pt x="1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57"/>
            <p:cNvSpPr/>
            <p:nvPr/>
          </p:nvSpPr>
          <p:spPr>
            <a:xfrm rot="10800000">
              <a:off x="8336692" y="2568074"/>
              <a:ext cx="120330" cy="120345"/>
            </a:xfrm>
            <a:custGeom>
              <a:avLst/>
              <a:gdLst/>
              <a:ahLst/>
              <a:cxnLst/>
              <a:rect l="l" t="t" r="r" b="b"/>
              <a:pathLst>
                <a:path w="3670" h="3671" extrusionOk="0">
                  <a:moveTo>
                    <a:pt x="1835" y="1"/>
                  </a:moveTo>
                  <a:cubicBezTo>
                    <a:pt x="834" y="1"/>
                    <a:pt x="1" y="835"/>
                    <a:pt x="1" y="1836"/>
                  </a:cubicBezTo>
                  <a:cubicBezTo>
                    <a:pt x="1" y="2870"/>
                    <a:pt x="834" y="3670"/>
                    <a:pt x="1835" y="3670"/>
                  </a:cubicBezTo>
                  <a:cubicBezTo>
                    <a:pt x="2836" y="3670"/>
                    <a:pt x="3670" y="2870"/>
                    <a:pt x="3670" y="1836"/>
                  </a:cubicBezTo>
                  <a:cubicBezTo>
                    <a:pt x="3670" y="835"/>
                    <a:pt x="2869" y="1"/>
                    <a:pt x="1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6" name="Google Shape;1626;p57"/>
          <p:cNvSpPr txBox="1">
            <a:spLocks noGrp="1"/>
          </p:cNvSpPr>
          <p:nvPr>
            <p:ph type="title"/>
          </p:nvPr>
        </p:nvSpPr>
        <p:spPr>
          <a:xfrm>
            <a:off x="723900" y="448056"/>
            <a:ext cx="23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Tech Stack</a:t>
            </a:r>
            <a:endParaRPr dirty="0"/>
          </a:p>
        </p:txBody>
      </p:sp>
      <p:sp>
        <p:nvSpPr>
          <p:cNvPr id="1631" name="Google Shape;1631;p57"/>
          <p:cNvSpPr txBox="1">
            <a:spLocks noGrp="1"/>
          </p:cNvSpPr>
          <p:nvPr>
            <p:ph type="subTitle" idx="4294967295"/>
          </p:nvPr>
        </p:nvSpPr>
        <p:spPr>
          <a:xfrm>
            <a:off x="4673013" y="3515061"/>
            <a:ext cx="2020423" cy="10537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dirty="0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Personalized</a:t>
            </a:r>
            <a:endParaRPr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32" name="Google Shape;1632;p57"/>
          <p:cNvSpPr txBox="1">
            <a:spLocks noGrp="1"/>
          </p:cNvSpPr>
          <p:nvPr>
            <p:ph type="subTitle" idx="4294967295"/>
          </p:nvPr>
        </p:nvSpPr>
        <p:spPr>
          <a:xfrm>
            <a:off x="3053126" y="3475421"/>
            <a:ext cx="1513422" cy="11987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dirty="0" err="1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C</a:t>
            </a:r>
            <a:r>
              <a:rPr lang="en-US" dirty="0" err="1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hatbot</a:t>
            </a:r>
            <a:r>
              <a:rPr lang="en-US" dirty="0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 LLM </a:t>
            </a:r>
            <a:r>
              <a:rPr lang="en-US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+</a:t>
            </a:r>
            <a:r>
              <a:rPr lang="en-US" dirty="0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r>
              <a:rPr lang="en-US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RAG</a:t>
            </a:r>
            <a:endParaRPr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33" name="Google Shape;1633;p57"/>
          <p:cNvSpPr txBox="1">
            <a:spLocks noGrp="1"/>
          </p:cNvSpPr>
          <p:nvPr>
            <p:ph type="subTitle" idx="4294967295"/>
          </p:nvPr>
        </p:nvSpPr>
        <p:spPr>
          <a:xfrm>
            <a:off x="6754203" y="3485440"/>
            <a:ext cx="1579234" cy="5161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en-US" sz="1900" dirty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G</a:t>
            </a:r>
            <a:r>
              <a:rPr lang="en-US" sz="1900" dirty="0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uardrails</a:t>
            </a:r>
            <a:endParaRPr sz="1900"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34" name="Google Shape;1634;p57"/>
          <p:cNvSpPr txBox="1">
            <a:spLocks noGrp="1"/>
          </p:cNvSpPr>
          <p:nvPr>
            <p:ph type="subTitle" idx="4294967295"/>
          </p:nvPr>
        </p:nvSpPr>
        <p:spPr>
          <a:xfrm>
            <a:off x="1233725" y="3341576"/>
            <a:ext cx="1502793" cy="10092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3"/>
                </a:solidFill>
                <a:latin typeface="Fredoka One"/>
                <a:ea typeface="Fredoka One"/>
                <a:cs typeface="Fredoka One"/>
                <a:sym typeface="Fredoka One"/>
              </a:rPr>
              <a:t>HTML / CSS / JS / Python</a:t>
            </a:r>
            <a:endParaRPr dirty="0">
              <a:solidFill>
                <a:schemeClr val="accent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635" name="Google Shape;1635;p57"/>
          <p:cNvGrpSpPr/>
          <p:nvPr/>
        </p:nvGrpSpPr>
        <p:grpSpPr>
          <a:xfrm rot="19745540">
            <a:off x="5416331" y="76"/>
            <a:ext cx="2598402" cy="2400273"/>
            <a:chOff x="-299270" y="1868645"/>
            <a:chExt cx="3108995" cy="3823834"/>
          </a:xfrm>
        </p:grpSpPr>
        <p:sp>
          <p:nvSpPr>
            <p:cNvPr id="1636" name="Google Shape;1636;p57"/>
            <p:cNvSpPr/>
            <p:nvPr/>
          </p:nvSpPr>
          <p:spPr>
            <a:xfrm>
              <a:off x="1109588" y="2168925"/>
              <a:ext cx="223500" cy="223500"/>
            </a:xfrm>
            <a:prstGeom prst="ellipse">
              <a:avLst/>
            </a:prstGeom>
            <a:solidFill>
              <a:srgbClr val="D6D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7"/>
            <p:cNvSpPr/>
            <p:nvPr/>
          </p:nvSpPr>
          <p:spPr>
            <a:xfrm rot="1903076">
              <a:off x="2090532" y="3045529"/>
              <a:ext cx="62795" cy="64374"/>
            </a:xfrm>
            <a:custGeom>
              <a:avLst/>
              <a:gdLst/>
              <a:ahLst/>
              <a:cxnLst/>
              <a:rect l="l" t="t" r="r" b="b"/>
              <a:pathLst>
                <a:path w="3570" h="3537" extrusionOk="0">
                  <a:moveTo>
                    <a:pt x="1768" y="1"/>
                  </a:moveTo>
                  <a:lnTo>
                    <a:pt x="1535" y="435"/>
                  </a:lnTo>
                  <a:cubicBezTo>
                    <a:pt x="1268" y="902"/>
                    <a:pt x="901" y="1268"/>
                    <a:pt x="401" y="1535"/>
                  </a:cubicBezTo>
                  <a:lnTo>
                    <a:pt x="0" y="1769"/>
                  </a:lnTo>
                  <a:lnTo>
                    <a:pt x="401" y="2002"/>
                  </a:lnTo>
                  <a:cubicBezTo>
                    <a:pt x="901" y="2236"/>
                    <a:pt x="1268" y="2636"/>
                    <a:pt x="1535" y="3103"/>
                  </a:cubicBezTo>
                  <a:lnTo>
                    <a:pt x="1768" y="3537"/>
                  </a:lnTo>
                  <a:lnTo>
                    <a:pt x="2002" y="3103"/>
                  </a:lnTo>
                  <a:cubicBezTo>
                    <a:pt x="2269" y="2636"/>
                    <a:pt x="2669" y="2236"/>
                    <a:pt x="3136" y="2002"/>
                  </a:cubicBezTo>
                  <a:lnTo>
                    <a:pt x="3569" y="1769"/>
                  </a:lnTo>
                  <a:lnTo>
                    <a:pt x="3136" y="1535"/>
                  </a:lnTo>
                  <a:cubicBezTo>
                    <a:pt x="2669" y="1268"/>
                    <a:pt x="2269" y="902"/>
                    <a:pt x="2002" y="435"/>
                  </a:cubicBezTo>
                  <a:lnTo>
                    <a:pt x="176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7"/>
            <p:cNvSpPr/>
            <p:nvPr/>
          </p:nvSpPr>
          <p:spPr>
            <a:xfrm rot="1903076">
              <a:off x="941210" y="1932496"/>
              <a:ext cx="62214" cy="64356"/>
            </a:xfrm>
            <a:custGeom>
              <a:avLst/>
              <a:gdLst/>
              <a:ahLst/>
              <a:cxnLst/>
              <a:rect l="l" t="t" r="r" b="b"/>
              <a:pathLst>
                <a:path w="3537" h="3536" extrusionOk="0">
                  <a:moveTo>
                    <a:pt x="1768" y="0"/>
                  </a:moveTo>
                  <a:lnTo>
                    <a:pt x="1535" y="400"/>
                  </a:lnTo>
                  <a:cubicBezTo>
                    <a:pt x="1268" y="867"/>
                    <a:pt x="901" y="1268"/>
                    <a:pt x="401" y="1534"/>
                  </a:cubicBezTo>
                  <a:lnTo>
                    <a:pt x="0" y="1768"/>
                  </a:lnTo>
                  <a:lnTo>
                    <a:pt x="401" y="2001"/>
                  </a:lnTo>
                  <a:cubicBezTo>
                    <a:pt x="868" y="2235"/>
                    <a:pt x="1268" y="2635"/>
                    <a:pt x="1535" y="3102"/>
                  </a:cubicBezTo>
                  <a:lnTo>
                    <a:pt x="1768" y="3536"/>
                  </a:lnTo>
                  <a:lnTo>
                    <a:pt x="2002" y="3102"/>
                  </a:lnTo>
                  <a:cubicBezTo>
                    <a:pt x="2269" y="2635"/>
                    <a:pt x="2669" y="2235"/>
                    <a:pt x="3136" y="2001"/>
                  </a:cubicBezTo>
                  <a:lnTo>
                    <a:pt x="3536" y="1768"/>
                  </a:lnTo>
                  <a:lnTo>
                    <a:pt x="3136" y="1534"/>
                  </a:lnTo>
                  <a:cubicBezTo>
                    <a:pt x="2636" y="1268"/>
                    <a:pt x="2269" y="867"/>
                    <a:pt x="2002" y="400"/>
                  </a:cubicBezTo>
                  <a:lnTo>
                    <a:pt x="176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7"/>
            <p:cNvSpPr/>
            <p:nvPr/>
          </p:nvSpPr>
          <p:spPr>
            <a:xfrm rot="1903076">
              <a:off x="2607277" y="3941046"/>
              <a:ext cx="62214" cy="63773"/>
            </a:xfrm>
            <a:custGeom>
              <a:avLst/>
              <a:gdLst/>
              <a:ahLst/>
              <a:cxnLst/>
              <a:rect l="l" t="t" r="r" b="b"/>
              <a:pathLst>
                <a:path w="3537" h="3504" extrusionOk="0">
                  <a:moveTo>
                    <a:pt x="1769" y="1"/>
                  </a:moveTo>
                  <a:lnTo>
                    <a:pt x="1535" y="401"/>
                  </a:lnTo>
                  <a:cubicBezTo>
                    <a:pt x="1268" y="868"/>
                    <a:pt x="868" y="1268"/>
                    <a:pt x="401" y="1535"/>
                  </a:cubicBezTo>
                  <a:lnTo>
                    <a:pt x="1" y="1769"/>
                  </a:lnTo>
                  <a:lnTo>
                    <a:pt x="401" y="1969"/>
                  </a:lnTo>
                  <a:cubicBezTo>
                    <a:pt x="868" y="2236"/>
                    <a:pt x="1268" y="2636"/>
                    <a:pt x="1535" y="3103"/>
                  </a:cubicBezTo>
                  <a:lnTo>
                    <a:pt x="1769" y="3503"/>
                  </a:lnTo>
                  <a:lnTo>
                    <a:pt x="2002" y="3103"/>
                  </a:lnTo>
                  <a:cubicBezTo>
                    <a:pt x="2269" y="2636"/>
                    <a:pt x="2636" y="2236"/>
                    <a:pt x="3136" y="1969"/>
                  </a:cubicBezTo>
                  <a:lnTo>
                    <a:pt x="3537" y="1769"/>
                  </a:lnTo>
                  <a:lnTo>
                    <a:pt x="3136" y="1535"/>
                  </a:lnTo>
                  <a:cubicBezTo>
                    <a:pt x="2636" y="1268"/>
                    <a:pt x="2269" y="868"/>
                    <a:pt x="2002" y="401"/>
                  </a:cubicBezTo>
                  <a:lnTo>
                    <a:pt x="1769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7"/>
            <p:cNvSpPr/>
            <p:nvPr/>
          </p:nvSpPr>
          <p:spPr>
            <a:xfrm rot="1903076">
              <a:off x="1609085" y="2335737"/>
              <a:ext cx="107982" cy="111713"/>
            </a:xfrm>
            <a:custGeom>
              <a:avLst/>
              <a:gdLst/>
              <a:ahLst/>
              <a:cxnLst/>
              <a:rect l="l" t="t" r="r" b="b"/>
              <a:pathLst>
                <a:path w="6139" h="6138" extrusionOk="0">
                  <a:moveTo>
                    <a:pt x="3036" y="0"/>
                  </a:moveTo>
                  <a:lnTo>
                    <a:pt x="2669" y="701"/>
                  </a:lnTo>
                  <a:cubicBezTo>
                    <a:pt x="2202" y="1535"/>
                    <a:pt x="1535" y="2202"/>
                    <a:pt x="735" y="2635"/>
                  </a:cubicBezTo>
                  <a:lnTo>
                    <a:pt x="1" y="3069"/>
                  </a:lnTo>
                  <a:lnTo>
                    <a:pt x="735" y="3469"/>
                  </a:lnTo>
                  <a:cubicBezTo>
                    <a:pt x="1535" y="3903"/>
                    <a:pt x="2202" y="4603"/>
                    <a:pt x="2669" y="5404"/>
                  </a:cubicBezTo>
                  <a:lnTo>
                    <a:pt x="3036" y="6138"/>
                  </a:lnTo>
                  <a:lnTo>
                    <a:pt x="3470" y="5404"/>
                  </a:lnTo>
                  <a:cubicBezTo>
                    <a:pt x="3903" y="4603"/>
                    <a:pt x="4571" y="3903"/>
                    <a:pt x="5405" y="3469"/>
                  </a:cubicBezTo>
                  <a:lnTo>
                    <a:pt x="6138" y="3069"/>
                  </a:lnTo>
                  <a:lnTo>
                    <a:pt x="5405" y="2669"/>
                  </a:lnTo>
                  <a:cubicBezTo>
                    <a:pt x="4571" y="2202"/>
                    <a:pt x="3903" y="1535"/>
                    <a:pt x="3470" y="734"/>
                  </a:cubicBezTo>
                  <a:lnTo>
                    <a:pt x="303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7"/>
            <p:cNvSpPr/>
            <p:nvPr/>
          </p:nvSpPr>
          <p:spPr>
            <a:xfrm rot="1903076">
              <a:off x="490390" y="2406603"/>
              <a:ext cx="107982" cy="111112"/>
            </a:xfrm>
            <a:custGeom>
              <a:avLst/>
              <a:gdLst/>
              <a:ahLst/>
              <a:cxnLst/>
              <a:rect l="l" t="t" r="r" b="b"/>
              <a:pathLst>
                <a:path w="6139" h="6105" extrusionOk="0">
                  <a:moveTo>
                    <a:pt x="3070" y="0"/>
                  </a:moveTo>
                  <a:lnTo>
                    <a:pt x="2669" y="734"/>
                  </a:lnTo>
                  <a:cubicBezTo>
                    <a:pt x="2236" y="1535"/>
                    <a:pt x="1568" y="2202"/>
                    <a:pt x="735" y="2636"/>
                  </a:cubicBezTo>
                  <a:lnTo>
                    <a:pt x="1" y="3069"/>
                  </a:lnTo>
                  <a:lnTo>
                    <a:pt x="735" y="3469"/>
                  </a:lnTo>
                  <a:cubicBezTo>
                    <a:pt x="1568" y="3903"/>
                    <a:pt x="2236" y="4570"/>
                    <a:pt x="2669" y="5404"/>
                  </a:cubicBezTo>
                  <a:lnTo>
                    <a:pt x="3070" y="6105"/>
                  </a:lnTo>
                  <a:lnTo>
                    <a:pt x="3470" y="5404"/>
                  </a:lnTo>
                  <a:cubicBezTo>
                    <a:pt x="3937" y="4570"/>
                    <a:pt x="4604" y="3903"/>
                    <a:pt x="5405" y="3469"/>
                  </a:cubicBezTo>
                  <a:lnTo>
                    <a:pt x="6138" y="3069"/>
                  </a:lnTo>
                  <a:lnTo>
                    <a:pt x="5405" y="2636"/>
                  </a:lnTo>
                  <a:cubicBezTo>
                    <a:pt x="4604" y="2202"/>
                    <a:pt x="3937" y="1535"/>
                    <a:pt x="3470" y="734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7"/>
            <p:cNvSpPr/>
            <p:nvPr/>
          </p:nvSpPr>
          <p:spPr>
            <a:xfrm rot="1903076">
              <a:off x="2773830" y="3271267"/>
              <a:ext cx="30535" cy="32196"/>
            </a:xfrm>
            <a:custGeom>
              <a:avLst/>
              <a:gdLst/>
              <a:ahLst/>
              <a:cxnLst/>
              <a:rect l="l" t="t" r="r" b="b"/>
              <a:pathLst>
                <a:path w="1736" h="1769" extrusionOk="0">
                  <a:moveTo>
                    <a:pt x="868" y="1"/>
                  </a:moveTo>
                  <a:lnTo>
                    <a:pt x="768" y="234"/>
                  </a:lnTo>
                  <a:cubicBezTo>
                    <a:pt x="635" y="468"/>
                    <a:pt x="434" y="634"/>
                    <a:pt x="201" y="768"/>
                  </a:cubicBezTo>
                  <a:lnTo>
                    <a:pt x="1" y="901"/>
                  </a:lnTo>
                  <a:lnTo>
                    <a:pt x="201" y="1001"/>
                  </a:lnTo>
                  <a:cubicBezTo>
                    <a:pt x="434" y="1135"/>
                    <a:pt x="635" y="1335"/>
                    <a:pt x="768" y="1568"/>
                  </a:cubicBezTo>
                  <a:lnTo>
                    <a:pt x="868" y="1769"/>
                  </a:lnTo>
                  <a:lnTo>
                    <a:pt x="1002" y="1568"/>
                  </a:lnTo>
                  <a:cubicBezTo>
                    <a:pt x="1102" y="1335"/>
                    <a:pt x="1302" y="1135"/>
                    <a:pt x="1535" y="1001"/>
                  </a:cubicBezTo>
                  <a:lnTo>
                    <a:pt x="1735" y="901"/>
                  </a:lnTo>
                  <a:lnTo>
                    <a:pt x="1535" y="768"/>
                  </a:lnTo>
                  <a:cubicBezTo>
                    <a:pt x="1302" y="634"/>
                    <a:pt x="1102" y="468"/>
                    <a:pt x="1002" y="234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7"/>
            <p:cNvSpPr/>
            <p:nvPr/>
          </p:nvSpPr>
          <p:spPr>
            <a:xfrm rot="1903076">
              <a:off x="134298" y="2353979"/>
              <a:ext cx="31116" cy="32196"/>
            </a:xfrm>
            <a:custGeom>
              <a:avLst/>
              <a:gdLst/>
              <a:ahLst/>
              <a:cxnLst/>
              <a:rect l="l" t="t" r="r" b="b"/>
              <a:pathLst>
                <a:path w="1769" h="1769" extrusionOk="0">
                  <a:moveTo>
                    <a:pt x="868" y="1"/>
                  </a:moveTo>
                  <a:lnTo>
                    <a:pt x="801" y="234"/>
                  </a:lnTo>
                  <a:cubicBezTo>
                    <a:pt x="634" y="468"/>
                    <a:pt x="434" y="668"/>
                    <a:pt x="201" y="768"/>
                  </a:cubicBezTo>
                  <a:lnTo>
                    <a:pt x="1" y="901"/>
                  </a:lnTo>
                  <a:lnTo>
                    <a:pt x="201" y="1001"/>
                  </a:lnTo>
                  <a:cubicBezTo>
                    <a:pt x="434" y="1135"/>
                    <a:pt x="634" y="1335"/>
                    <a:pt x="768" y="1568"/>
                  </a:cubicBezTo>
                  <a:lnTo>
                    <a:pt x="868" y="1769"/>
                  </a:lnTo>
                  <a:lnTo>
                    <a:pt x="1001" y="1568"/>
                  </a:lnTo>
                  <a:cubicBezTo>
                    <a:pt x="1135" y="1335"/>
                    <a:pt x="1335" y="1135"/>
                    <a:pt x="1568" y="1001"/>
                  </a:cubicBezTo>
                  <a:lnTo>
                    <a:pt x="1769" y="901"/>
                  </a:lnTo>
                  <a:lnTo>
                    <a:pt x="1568" y="768"/>
                  </a:lnTo>
                  <a:cubicBezTo>
                    <a:pt x="1335" y="668"/>
                    <a:pt x="1135" y="468"/>
                    <a:pt x="1001" y="234"/>
                  </a:cubicBezTo>
                  <a:lnTo>
                    <a:pt x="868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7"/>
            <p:cNvSpPr/>
            <p:nvPr/>
          </p:nvSpPr>
          <p:spPr>
            <a:xfrm rot="1903076">
              <a:off x="2275265" y="3492293"/>
              <a:ext cx="248206" cy="251563"/>
            </a:xfrm>
            <a:custGeom>
              <a:avLst/>
              <a:gdLst/>
              <a:ahLst/>
              <a:cxnLst/>
              <a:rect l="l" t="t" r="r" b="b"/>
              <a:pathLst>
                <a:path w="14111" h="13822" extrusionOk="0">
                  <a:moveTo>
                    <a:pt x="7059" y="0"/>
                  </a:moveTo>
                  <a:cubicBezTo>
                    <a:pt x="3366" y="0"/>
                    <a:pt x="298" y="2923"/>
                    <a:pt x="167" y="6676"/>
                  </a:cubicBezTo>
                  <a:cubicBezTo>
                    <a:pt x="1" y="10479"/>
                    <a:pt x="3003" y="13681"/>
                    <a:pt x="6805" y="13815"/>
                  </a:cubicBezTo>
                  <a:cubicBezTo>
                    <a:pt x="6906" y="13819"/>
                    <a:pt x="7007" y="13821"/>
                    <a:pt x="7107" y="13821"/>
                  </a:cubicBezTo>
                  <a:cubicBezTo>
                    <a:pt x="10778" y="13821"/>
                    <a:pt x="13847" y="10878"/>
                    <a:pt x="13977" y="7177"/>
                  </a:cubicBezTo>
                  <a:cubicBezTo>
                    <a:pt x="14111" y="3374"/>
                    <a:pt x="11142" y="138"/>
                    <a:pt x="7306" y="5"/>
                  </a:cubicBezTo>
                  <a:cubicBezTo>
                    <a:pt x="7223" y="2"/>
                    <a:pt x="7141" y="0"/>
                    <a:pt x="7059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7"/>
            <p:cNvSpPr/>
            <p:nvPr/>
          </p:nvSpPr>
          <p:spPr>
            <a:xfrm rot="1903076">
              <a:off x="2306128" y="3939665"/>
              <a:ext cx="46788" cy="41132"/>
            </a:xfrm>
            <a:custGeom>
              <a:avLst/>
              <a:gdLst/>
              <a:ahLst/>
              <a:cxnLst/>
              <a:rect l="l" t="t" r="r" b="b"/>
              <a:pathLst>
                <a:path w="2660" h="2260" extrusionOk="0">
                  <a:moveTo>
                    <a:pt x="1151" y="0"/>
                  </a:moveTo>
                  <a:cubicBezTo>
                    <a:pt x="580" y="0"/>
                    <a:pt x="34" y="437"/>
                    <a:pt x="34" y="1125"/>
                  </a:cubicBezTo>
                  <a:cubicBezTo>
                    <a:pt x="1" y="1725"/>
                    <a:pt x="501" y="2259"/>
                    <a:pt x="1135" y="2259"/>
                  </a:cubicBezTo>
                  <a:cubicBezTo>
                    <a:pt x="1149" y="2259"/>
                    <a:pt x="1162" y="2259"/>
                    <a:pt x="1176" y="2259"/>
                  </a:cubicBezTo>
                  <a:cubicBezTo>
                    <a:pt x="2150" y="2259"/>
                    <a:pt x="2660" y="1081"/>
                    <a:pt x="1969" y="357"/>
                  </a:cubicBezTo>
                  <a:cubicBezTo>
                    <a:pt x="1734" y="111"/>
                    <a:pt x="1439" y="0"/>
                    <a:pt x="11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7"/>
            <p:cNvSpPr/>
            <p:nvPr/>
          </p:nvSpPr>
          <p:spPr>
            <a:xfrm rot="1903076">
              <a:off x="2571982" y="3629587"/>
              <a:ext cx="27580" cy="24115"/>
            </a:xfrm>
            <a:custGeom>
              <a:avLst/>
              <a:gdLst/>
              <a:ahLst/>
              <a:cxnLst/>
              <a:rect l="l" t="t" r="r" b="b"/>
              <a:pathLst>
                <a:path w="1568" h="1325" extrusionOk="0">
                  <a:moveTo>
                    <a:pt x="680" y="0"/>
                  </a:moveTo>
                  <a:cubicBezTo>
                    <a:pt x="348" y="0"/>
                    <a:pt x="23" y="253"/>
                    <a:pt x="0" y="658"/>
                  </a:cubicBezTo>
                  <a:cubicBezTo>
                    <a:pt x="0" y="991"/>
                    <a:pt x="300" y="1292"/>
                    <a:pt x="667" y="1325"/>
                  </a:cubicBezTo>
                  <a:cubicBezTo>
                    <a:pt x="1234" y="1325"/>
                    <a:pt x="1568" y="624"/>
                    <a:pt x="1134" y="191"/>
                  </a:cubicBezTo>
                  <a:cubicBezTo>
                    <a:pt x="1004" y="60"/>
                    <a:pt x="841" y="0"/>
                    <a:pt x="68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7"/>
            <p:cNvSpPr/>
            <p:nvPr/>
          </p:nvSpPr>
          <p:spPr>
            <a:xfrm rot="1903076">
              <a:off x="2537413" y="3658277"/>
              <a:ext cx="9991" cy="9118"/>
            </a:xfrm>
            <a:custGeom>
              <a:avLst/>
              <a:gdLst/>
              <a:ahLst/>
              <a:cxnLst/>
              <a:rect l="l" t="t" r="r" b="b"/>
              <a:pathLst>
                <a:path w="568" h="501" extrusionOk="0">
                  <a:moveTo>
                    <a:pt x="234" y="0"/>
                  </a:moveTo>
                  <a:cubicBezTo>
                    <a:pt x="100" y="0"/>
                    <a:pt x="0" y="100"/>
                    <a:pt x="0" y="234"/>
                  </a:cubicBezTo>
                  <a:cubicBezTo>
                    <a:pt x="0" y="367"/>
                    <a:pt x="100" y="467"/>
                    <a:pt x="234" y="501"/>
                  </a:cubicBezTo>
                  <a:cubicBezTo>
                    <a:pt x="567" y="501"/>
                    <a:pt x="567" y="0"/>
                    <a:pt x="2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7"/>
            <p:cNvSpPr/>
            <p:nvPr/>
          </p:nvSpPr>
          <p:spPr>
            <a:xfrm rot="1903076">
              <a:off x="1987880" y="3957069"/>
              <a:ext cx="63375" cy="66194"/>
            </a:xfrm>
            <a:custGeom>
              <a:avLst/>
              <a:gdLst/>
              <a:ahLst/>
              <a:cxnLst/>
              <a:rect l="l" t="t" r="r" b="b"/>
              <a:pathLst>
                <a:path w="3603" h="3637" extrusionOk="0">
                  <a:moveTo>
                    <a:pt x="1801" y="1"/>
                  </a:moveTo>
                  <a:lnTo>
                    <a:pt x="1568" y="434"/>
                  </a:lnTo>
                  <a:cubicBezTo>
                    <a:pt x="1301" y="901"/>
                    <a:pt x="901" y="1301"/>
                    <a:pt x="434" y="1568"/>
                  </a:cubicBezTo>
                  <a:lnTo>
                    <a:pt x="0" y="1835"/>
                  </a:lnTo>
                  <a:lnTo>
                    <a:pt x="434" y="2069"/>
                  </a:lnTo>
                  <a:cubicBezTo>
                    <a:pt x="901" y="2336"/>
                    <a:pt x="1301" y="2702"/>
                    <a:pt x="1568" y="3203"/>
                  </a:cubicBezTo>
                  <a:lnTo>
                    <a:pt x="1801" y="3636"/>
                  </a:lnTo>
                  <a:lnTo>
                    <a:pt x="2035" y="3203"/>
                  </a:lnTo>
                  <a:cubicBezTo>
                    <a:pt x="2302" y="2736"/>
                    <a:pt x="2702" y="2336"/>
                    <a:pt x="3202" y="2069"/>
                  </a:cubicBezTo>
                  <a:lnTo>
                    <a:pt x="3603" y="1835"/>
                  </a:lnTo>
                  <a:lnTo>
                    <a:pt x="3202" y="1568"/>
                  </a:lnTo>
                  <a:cubicBezTo>
                    <a:pt x="2702" y="1301"/>
                    <a:pt x="2302" y="901"/>
                    <a:pt x="2035" y="434"/>
                  </a:cubicBezTo>
                  <a:lnTo>
                    <a:pt x="18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7"/>
            <p:cNvSpPr/>
            <p:nvPr/>
          </p:nvSpPr>
          <p:spPr>
            <a:xfrm rot="1903076">
              <a:off x="871942" y="2513253"/>
              <a:ext cx="110920" cy="114770"/>
            </a:xfrm>
            <a:custGeom>
              <a:avLst/>
              <a:gdLst/>
              <a:ahLst/>
              <a:cxnLst/>
              <a:rect l="l" t="t" r="r" b="b"/>
              <a:pathLst>
                <a:path w="6306" h="6306" extrusionOk="0">
                  <a:moveTo>
                    <a:pt x="3136" y="1"/>
                  </a:moveTo>
                  <a:lnTo>
                    <a:pt x="2736" y="768"/>
                  </a:lnTo>
                  <a:cubicBezTo>
                    <a:pt x="2269" y="1602"/>
                    <a:pt x="1569" y="2303"/>
                    <a:pt x="735" y="2736"/>
                  </a:cubicBezTo>
                  <a:lnTo>
                    <a:pt x="1" y="3170"/>
                  </a:lnTo>
                  <a:lnTo>
                    <a:pt x="735" y="3570"/>
                  </a:lnTo>
                  <a:cubicBezTo>
                    <a:pt x="1569" y="4037"/>
                    <a:pt x="2269" y="4738"/>
                    <a:pt x="2736" y="5572"/>
                  </a:cubicBezTo>
                  <a:lnTo>
                    <a:pt x="3136" y="6305"/>
                  </a:lnTo>
                  <a:lnTo>
                    <a:pt x="3570" y="5572"/>
                  </a:lnTo>
                  <a:cubicBezTo>
                    <a:pt x="4004" y="4738"/>
                    <a:pt x="4704" y="4037"/>
                    <a:pt x="5538" y="3570"/>
                  </a:cubicBezTo>
                  <a:lnTo>
                    <a:pt x="6305" y="3170"/>
                  </a:lnTo>
                  <a:lnTo>
                    <a:pt x="5538" y="2736"/>
                  </a:lnTo>
                  <a:cubicBezTo>
                    <a:pt x="4704" y="2303"/>
                    <a:pt x="4004" y="1602"/>
                    <a:pt x="3570" y="768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7"/>
            <p:cNvSpPr/>
            <p:nvPr/>
          </p:nvSpPr>
          <p:spPr>
            <a:xfrm rot="1903076">
              <a:off x="738281" y="1876784"/>
              <a:ext cx="40509" cy="41897"/>
            </a:xfrm>
            <a:custGeom>
              <a:avLst/>
              <a:gdLst/>
              <a:ahLst/>
              <a:cxnLst/>
              <a:rect l="l" t="t" r="r" b="b"/>
              <a:pathLst>
                <a:path w="2303" h="2302" extrusionOk="0">
                  <a:moveTo>
                    <a:pt x="1135" y="0"/>
                  </a:moveTo>
                  <a:lnTo>
                    <a:pt x="1002" y="267"/>
                  </a:lnTo>
                  <a:cubicBezTo>
                    <a:pt x="835" y="567"/>
                    <a:pt x="568" y="834"/>
                    <a:pt x="268" y="1001"/>
                  </a:cubicBezTo>
                  <a:lnTo>
                    <a:pt x="1" y="1134"/>
                  </a:lnTo>
                  <a:lnTo>
                    <a:pt x="234" y="1301"/>
                  </a:lnTo>
                  <a:cubicBezTo>
                    <a:pt x="568" y="1468"/>
                    <a:pt x="801" y="1735"/>
                    <a:pt x="968" y="2035"/>
                  </a:cubicBezTo>
                  <a:lnTo>
                    <a:pt x="1135" y="2302"/>
                  </a:lnTo>
                  <a:lnTo>
                    <a:pt x="1268" y="2035"/>
                  </a:lnTo>
                  <a:cubicBezTo>
                    <a:pt x="1435" y="1735"/>
                    <a:pt x="1702" y="1468"/>
                    <a:pt x="2002" y="1301"/>
                  </a:cubicBezTo>
                  <a:lnTo>
                    <a:pt x="2302" y="1168"/>
                  </a:lnTo>
                  <a:lnTo>
                    <a:pt x="2002" y="1001"/>
                  </a:lnTo>
                  <a:cubicBezTo>
                    <a:pt x="1702" y="834"/>
                    <a:pt x="1435" y="567"/>
                    <a:pt x="1268" y="267"/>
                  </a:cubicBezTo>
                  <a:lnTo>
                    <a:pt x="1135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7"/>
            <p:cNvSpPr/>
            <p:nvPr/>
          </p:nvSpPr>
          <p:spPr>
            <a:xfrm rot="1903076">
              <a:off x="366282" y="4143187"/>
              <a:ext cx="20562" cy="21276"/>
            </a:xfrm>
            <a:custGeom>
              <a:avLst/>
              <a:gdLst/>
              <a:ahLst/>
              <a:cxnLst/>
              <a:rect l="l" t="t" r="r" b="b"/>
              <a:pathLst>
                <a:path w="1169" h="1169" extrusionOk="0">
                  <a:moveTo>
                    <a:pt x="601" y="1"/>
                  </a:moveTo>
                  <a:lnTo>
                    <a:pt x="501" y="134"/>
                  </a:lnTo>
                  <a:cubicBezTo>
                    <a:pt x="434" y="301"/>
                    <a:pt x="301" y="435"/>
                    <a:pt x="134" y="501"/>
                  </a:cubicBezTo>
                  <a:lnTo>
                    <a:pt x="1" y="601"/>
                  </a:lnTo>
                  <a:lnTo>
                    <a:pt x="134" y="668"/>
                  </a:lnTo>
                  <a:cubicBezTo>
                    <a:pt x="301" y="735"/>
                    <a:pt x="434" y="868"/>
                    <a:pt x="501" y="1035"/>
                  </a:cubicBezTo>
                  <a:lnTo>
                    <a:pt x="601" y="1168"/>
                  </a:lnTo>
                  <a:lnTo>
                    <a:pt x="668" y="1035"/>
                  </a:lnTo>
                  <a:cubicBezTo>
                    <a:pt x="735" y="868"/>
                    <a:pt x="868" y="735"/>
                    <a:pt x="1035" y="668"/>
                  </a:cubicBezTo>
                  <a:lnTo>
                    <a:pt x="1168" y="601"/>
                  </a:lnTo>
                  <a:lnTo>
                    <a:pt x="1035" y="501"/>
                  </a:lnTo>
                  <a:cubicBezTo>
                    <a:pt x="868" y="435"/>
                    <a:pt x="735" y="301"/>
                    <a:pt x="668" y="134"/>
                  </a:cubicBezTo>
                  <a:lnTo>
                    <a:pt x="60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7"/>
            <p:cNvSpPr/>
            <p:nvPr/>
          </p:nvSpPr>
          <p:spPr>
            <a:xfrm rot="1903076">
              <a:off x="574382" y="3198139"/>
              <a:ext cx="20562" cy="21276"/>
            </a:xfrm>
            <a:custGeom>
              <a:avLst/>
              <a:gdLst/>
              <a:ahLst/>
              <a:cxnLst/>
              <a:rect l="l" t="t" r="r" b="b"/>
              <a:pathLst>
                <a:path w="1169" h="1169" extrusionOk="0">
                  <a:moveTo>
                    <a:pt x="568" y="1"/>
                  </a:moveTo>
                  <a:lnTo>
                    <a:pt x="501" y="134"/>
                  </a:lnTo>
                  <a:cubicBezTo>
                    <a:pt x="401" y="301"/>
                    <a:pt x="301" y="434"/>
                    <a:pt x="134" y="501"/>
                  </a:cubicBezTo>
                  <a:lnTo>
                    <a:pt x="1" y="568"/>
                  </a:lnTo>
                  <a:lnTo>
                    <a:pt x="134" y="668"/>
                  </a:lnTo>
                  <a:cubicBezTo>
                    <a:pt x="301" y="734"/>
                    <a:pt x="401" y="868"/>
                    <a:pt x="501" y="1035"/>
                  </a:cubicBezTo>
                  <a:lnTo>
                    <a:pt x="568" y="1168"/>
                  </a:lnTo>
                  <a:lnTo>
                    <a:pt x="668" y="1035"/>
                  </a:lnTo>
                  <a:cubicBezTo>
                    <a:pt x="735" y="868"/>
                    <a:pt x="868" y="734"/>
                    <a:pt x="1035" y="668"/>
                  </a:cubicBezTo>
                  <a:lnTo>
                    <a:pt x="1168" y="568"/>
                  </a:lnTo>
                  <a:lnTo>
                    <a:pt x="1035" y="501"/>
                  </a:lnTo>
                  <a:cubicBezTo>
                    <a:pt x="868" y="434"/>
                    <a:pt x="735" y="301"/>
                    <a:pt x="668" y="134"/>
                  </a:cubicBezTo>
                  <a:lnTo>
                    <a:pt x="5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7"/>
            <p:cNvSpPr/>
            <p:nvPr/>
          </p:nvSpPr>
          <p:spPr>
            <a:xfrm rot="1903076">
              <a:off x="2522759" y="4101477"/>
              <a:ext cx="19964" cy="21276"/>
            </a:xfrm>
            <a:custGeom>
              <a:avLst/>
              <a:gdLst/>
              <a:ahLst/>
              <a:cxnLst/>
              <a:rect l="l" t="t" r="r" b="b"/>
              <a:pathLst>
                <a:path w="1135" h="1169" extrusionOk="0">
                  <a:moveTo>
                    <a:pt x="567" y="1"/>
                  </a:moveTo>
                  <a:lnTo>
                    <a:pt x="500" y="168"/>
                  </a:lnTo>
                  <a:cubicBezTo>
                    <a:pt x="400" y="301"/>
                    <a:pt x="267" y="435"/>
                    <a:pt x="134" y="535"/>
                  </a:cubicBezTo>
                  <a:lnTo>
                    <a:pt x="0" y="601"/>
                  </a:lnTo>
                  <a:lnTo>
                    <a:pt x="134" y="668"/>
                  </a:lnTo>
                  <a:cubicBezTo>
                    <a:pt x="267" y="768"/>
                    <a:pt x="400" y="868"/>
                    <a:pt x="500" y="1035"/>
                  </a:cubicBezTo>
                  <a:lnTo>
                    <a:pt x="567" y="1168"/>
                  </a:lnTo>
                  <a:lnTo>
                    <a:pt x="634" y="1035"/>
                  </a:lnTo>
                  <a:cubicBezTo>
                    <a:pt x="734" y="868"/>
                    <a:pt x="867" y="768"/>
                    <a:pt x="1001" y="668"/>
                  </a:cubicBezTo>
                  <a:lnTo>
                    <a:pt x="1134" y="601"/>
                  </a:lnTo>
                  <a:lnTo>
                    <a:pt x="1001" y="535"/>
                  </a:lnTo>
                  <a:cubicBezTo>
                    <a:pt x="867" y="435"/>
                    <a:pt x="734" y="301"/>
                    <a:pt x="634" y="168"/>
                  </a:cubicBezTo>
                  <a:lnTo>
                    <a:pt x="56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7"/>
            <p:cNvSpPr/>
            <p:nvPr/>
          </p:nvSpPr>
          <p:spPr>
            <a:xfrm rot="1903076">
              <a:off x="135726" y="2621686"/>
              <a:ext cx="41089" cy="41915"/>
            </a:xfrm>
            <a:custGeom>
              <a:avLst/>
              <a:gdLst/>
              <a:ahLst/>
              <a:cxnLst/>
              <a:rect l="l" t="t" r="r" b="b"/>
              <a:pathLst>
                <a:path w="2336" h="2303" extrusionOk="0">
                  <a:moveTo>
                    <a:pt x="1168" y="0"/>
                  </a:moveTo>
                  <a:lnTo>
                    <a:pt x="1002" y="267"/>
                  </a:lnTo>
                  <a:cubicBezTo>
                    <a:pt x="835" y="568"/>
                    <a:pt x="568" y="834"/>
                    <a:pt x="268" y="1001"/>
                  </a:cubicBezTo>
                  <a:lnTo>
                    <a:pt x="1" y="1168"/>
                  </a:lnTo>
                  <a:lnTo>
                    <a:pt x="268" y="1301"/>
                  </a:lnTo>
                  <a:cubicBezTo>
                    <a:pt x="568" y="1468"/>
                    <a:pt x="835" y="1735"/>
                    <a:pt x="1002" y="2035"/>
                  </a:cubicBezTo>
                  <a:lnTo>
                    <a:pt x="1135" y="2302"/>
                  </a:lnTo>
                  <a:lnTo>
                    <a:pt x="1302" y="2035"/>
                  </a:lnTo>
                  <a:cubicBezTo>
                    <a:pt x="1469" y="1735"/>
                    <a:pt x="1736" y="1468"/>
                    <a:pt x="2069" y="1301"/>
                  </a:cubicBezTo>
                  <a:lnTo>
                    <a:pt x="2336" y="1135"/>
                  </a:lnTo>
                  <a:lnTo>
                    <a:pt x="2069" y="1001"/>
                  </a:lnTo>
                  <a:cubicBezTo>
                    <a:pt x="1736" y="834"/>
                    <a:pt x="1502" y="568"/>
                    <a:pt x="1335" y="267"/>
                  </a:cubicBezTo>
                  <a:lnTo>
                    <a:pt x="116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7"/>
            <p:cNvSpPr/>
            <p:nvPr/>
          </p:nvSpPr>
          <p:spPr>
            <a:xfrm rot="1903076">
              <a:off x="1319749" y="4662295"/>
              <a:ext cx="41089" cy="42516"/>
            </a:xfrm>
            <a:custGeom>
              <a:avLst/>
              <a:gdLst/>
              <a:ahLst/>
              <a:cxnLst/>
              <a:rect l="l" t="t" r="r" b="b"/>
              <a:pathLst>
                <a:path w="2336" h="2336" extrusionOk="0">
                  <a:moveTo>
                    <a:pt x="1168" y="1"/>
                  </a:moveTo>
                  <a:lnTo>
                    <a:pt x="1034" y="268"/>
                  </a:lnTo>
                  <a:cubicBezTo>
                    <a:pt x="867" y="601"/>
                    <a:pt x="600" y="835"/>
                    <a:pt x="300" y="1001"/>
                  </a:cubicBezTo>
                  <a:lnTo>
                    <a:pt x="0" y="1168"/>
                  </a:lnTo>
                  <a:lnTo>
                    <a:pt x="300" y="1302"/>
                  </a:lnTo>
                  <a:cubicBezTo>
                    <a:pt x="600" y="1468"/>
                    <a:pt x="867" y="1735"/>
                    <a:pt x="1034" y="2035"/>
                  </a:cubicBezTo>
                  <a:lnTo>
                    <a:pt x="1168" y="2336"/>
                  </a:lnTo>
                  <a:lnTo>
                    <a:pt x="1334" y="2035"/>
                  </a:lnTo>
                  <a:cubicBezTo>
                    <a:pt x="1501" y="1735"/>
                    <a:pt x="1735" y="1468"/>
                    <a:pt x="2068" y="1302"/>
                  </a:cubicBezTo>
                  <a:lnTo>
                    <a:pt x="2335" y="1168"/>
                  </a:lnTo>
                  <a:lnTo>
                    <a:pt x="2068" y="1001"/>
                  </a:lnTo>
                  <a:cubicBezTo>
                    <a:pt x="1735" y="835"/>
                    <a:pt x="1501" y="601"/>
                    <a:pt x="1334" y="268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7"/>
            <p:cNvSpPr/>
            <p:nvPr/>
          </p:nvSpPr>
          <p:spPr>
            <a:xfrm rot="1903076">
              <a:off x="2343910" y="2919850"/>
              <a:ext cx="110920" cy="114770"/>
            </a:xfrm>
            <a:custGeom>
              <a:avLst/>
              <a:gdLst/>
              <a:ahLst/>
              <a:cxnLst/>
              <a:rect l="l" t="t" r="r" b="b"/>
              <a:pathLst>
                <a:path w="6306" h="6306" extrusionOk="0">
                  <a:moveTo>
                    <a:pt x="3136" y="1"/>
                  </a:moveTo>
                  <a:lnTo>
                    <a:pt x="2736" y="768"/>
                  </a:lnTo>
                  <a:cubicBezTo>
                    <a:pt x="2269" y="1602"/>
                    <a:pt x="1568" y="2303"/>
                    <a:pt x="734" y="2736"/>
                  </a:cubicBezTo>
                  <a:lnTo>
                    <a:pt x="1" y="3170"/>
                  </a:lnTo>
                  <a:lnTo>
                    <a:pt x="734" y="3570"/>
                  </a:lnTo>
                  <a:cubicBezTo>
                    <a:pt x="1568" y="4037"/>
                    <a:pt x="2269" y="4738"/>
                    <a:pt x="2736" y="5572"/>
                  </a:cubicBezTo>
                  <a:lnTo>
                    <a:pt x="3136" y="6305"/>
                  </a:lnTo>
                  <a:lnTo>
                    <a:pt x="3570" y="5572"/>
                  </a:lnTo>
                  <a:cubicBezTo>
                    <a:pt x="4037" y="4738"/>
                    <a:pt x="4704" y="4037"/>
                    <a:pt x="5538" y="3570"/>
                  </a:cubicBezTo>
                  <a:lnTo>
                    <a:pt x="6305" y="3170"/>
                  </a:lnTo>
                  <a:lnTo>
                    <a:pt x="5538" y="2736"/>
                  </a:lnTo>
                  <a:cubicBezTo>
                    <a:pt x="4704" y="2303"/>
                    <a:pt x="4003" y="1602"/>
                    <a:pt x="3570" y="768"/>
                  </a:cubicBezTo>
                  <a:lnTo>
                    <a:pt x="313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7"/>
            <p:cNvSpPr/>
            <p:nvPr/>
          </p:nvSpPr>
          <p:spPr>
            <a:xfrm rot="1903076">
              <a:off x="-87965" y="4078062"/>
              <a:ext cx="1391176" cy="1328279"/>
            </a:xfrm>
            <a:custGeom>
              <a:avLst/>
              <a:gdLst/>
              <a:ahLst/>
              <a:cxnLst/>
              <a:rect l="l" t="t" r="r" b="b"/>
              <a:pathLst>
                <a:path w="79091" h="67116" extrusionOk="0">
                  <a:moveTo>
                    <a:pt x="38862" y="1"/>
                  </a:moveTo>
                  <a:cubicBezTo>
                    <a:pt x="38862" y="1"/>
                    <a:pt x="38729" y="21716"/>
                    <a:pt x="34692" y="40096"/>
                  </a:cubicBezTo>
                  <a:cubicBezTo>
                    <a:pt x="34259" y="41931"/>
                    <a:pt x="32958" y="43465"/>
                    <a:pt x="31223" y="44166"/>
                  </a:cubicBezTo>
                  <a:cubicBezTo>
                    <a:pt x="27254" y="45834"/>
                    <a:pt x="23985" y="48769"/>
                    <a:pt x="21917" y="52538"/>
                  </a:cubicBezTo>
                  <a:cubicBezTo>
                    <a:pt x="20863" y="54412"/>
                    <a:pt x="18884" y="55541"/>
                    <a:pt x="16791" y="55541"/>
                  </a:cubicBezTo>
                  <a:cubicBezTo>
                    <a:pt x="16500" y="55541"/>
                    <a:pt x="16206" y="55519"/>
                    <a:pt x="15912" y="55474"/>
                  </a:cubicBezTo>
                  <a:cubicBezTo>
                    <a:pt x="15257" y="55384"/>
                    <a:pt x="14606" y="55341"/>
                    <a:pt x="13963" y="55341"/>
                  </a:cubicBezTo>
                  <a:cubicBezTo>
                    <a:pt x="7166" y="55341"/>
                    <a:pt x="1189" y="60196"/>
                    <a:pt x="1" y="67082"/>
                  </a:cubicBezTo>
                  <a:lnTo>
                    <a:pt x="79091" y="67116"/>
                  </a:lnTo>
                  <a:cubicBezTo>
                    <a:pt x="78090" y="62012"/>
                    <a:pt x="74721" y="57709"/>
                    <a:pt x="70018" y="55507"/>
                  </a:cubicBezTo>
                  <a:cubicBezTo>
                    <a:pt x="68283" y="54707"/>
                    <a:pt x="66382" y="54206"/>
                    <a:pt x="64480" y="54106"/>
                  </a:cubicBezTo>
                  <a:cubicBezTo>
                    <a:pt x="59076" y="53706"/>
                    <a:pt x="54006" y="51271"/>
                    <a:pt x="49970" y="47635"/>
                  </a:cubicBezTo>
                  <a:cubicBezTo>
                    <a:pt x="49770" y="47468"/>
                    <a:pt x="49636" y="47335"/>
                    <a:pt x="49470" y="47201"/>
                  </a:cubicBezTo>
                  <a:cubicBezTo>
                    <a:pt x="46868" y="45033"/>
                    <a:pt x="44166" y="41631"/>
                    <a:pt x="43632" y="38295"/>
                  </a:cubicBezTo>
                  <a:cubicBezTo>
                    <a:pt x="41531" y="25953"/>
                    <a:pt x="39996" y="8941"/>
                    <a:pt x="40096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7"/>
            <p:cNvSpPr/>
            <p:nvPr/>
          </p:nvSpPr>
          <p:spPr>
            <a:xfrm rot="1903076">
              <a:off x="787941" y="2709938"/>
              <a:ext cx="294572" cy="1184486"/>
            </a:xfrm>
            <a:custGeom>
              <a:avLst/>
              <a:gdLst/>
              <a:ahLst/>
              <a:cxnLst/>
              <a:rect l="l" t="t" r="r" b="b"/>
              <a:pathLst>
                <a:path w="16747" h="65081" extrusionOk="0">
                  <a:moveTo>
                    <a:pt x="8340" y="1"/>
                  </a:moveTo>
                  <a:cubicBezTo>
                    <a:pt x="3737" y="1"/>
                    <a:pt x="1" y="3737"/>
                    <a:pt x="1" y="8340"/>
                  </a:cubicBezTo>
                  <a:lnTo>
                    <a:pt x="1" y="65081"/>
                  </a:lnTo>
                  <a:lnTo>
                    <a:pt x="16746" y="65081"/>
                  </a:lnTo>
                  <a:lnTo>
                    <a:pt x="16679" y="8340"/>
                  </a:lnTo>
                  <a:cubicBezTo>
                    <a:pt x="16679" y="3737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7"/>
            <p:cNvSpPr/>
            <p:nvPr/>
          </p:nvSpPr>
          <p:spPr>
            <a:xfrm rot="1903076">
              <a:off x="787941" y="2709938"/>
              <a:ext cx="294572" cy="1184486"/>
            </a:xfrm>
            <a:custGeom>
              <a:avLst/>
              <a:gdLst/>
              <a:ahLst/>
              <a:cxnLst/>
              <a:rect l="l" t="t" r="r" b="b"/>
              <a:pathLst>
                <a:path w="16747" h="65081" extrusionOk="0">
                  <a:moveTo>
                    <a:pt x="8340" y="1"/>
                  </a:moveTo>
                  <a:cubicBezTo>
                    <a:pt x="3737" y="1"/>
                    <a:pt x="1" y="3737"/>
                    <a:pt x="1" y="8340"/>
                  </a:cubicBezTo>
                  <a:lnTo>
                    <a:pt x="1" y="65081"/>
                  </a:lnTo>
                  <a:lnTo>
                    <a:pt x="16746" y="65081"/>
                  </a:lnTo>
                  <a:lnTo>
                    <a:pt x="16679" y="8340"/>
                  </a:lnTo>
                  <a:cubicBezTo>
                    <a:pt x="16679" y="3737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7"/>
            <p:cNvSpPr/>
            <p:nvPr/>
          </p:nvSpPr>
          <p:spPr>
            <a:xfrm rot="1903076">
              <a:off x="1005988" y="2897962"/>
              <a:ext cx="293394" cy="4277"/>
            </a:xfrm>
            <a:custGeom>
              <a:avLst/>
              <a:gdLst/>
              <a:ahLst/>
              <a:cxnLst/>
              <a:rect l="l" t="t" r="r" b="b"/>
              <a:pathLst>
                <a:path w="16680" h="235" extrusionOk="0">
                  <a:moveTo>
                    <a:pt x="8340" y="1"/>
                  </a:moveTo>
                  <a:cubicBezTo>
                    <a:pt x="3736" y="1"/>
                    <a:pt x="0" y="68"/>
                    <a:pt x="0" y="134"/>
                  </a:cubicBezTo>
                  <a:cubicBezTo>
                    <a:pt x="0" y="168"/>
                    <a:pt x="3736" y="234"/>
                    <a:pt x="8340" y="234"/>
                  </a:cubicBezTo>
                  <a:cubicBezTo>
                    <a:pt x="12943" y="234"/>
                    <a:pt x="16679" y="168"/>
                    <a:pt x="16679" y="134"/>
                  </a:cubicBezTo>
                  <a:cubicBezTo>
                    <a:pt x="16679" y="68"/>
                    <a:pt x="12910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7"/>
            <p:cNvSpPr/>
            <p:nvPr/>
          </p:nvSpPr>
          <p:spPr>
            <a:xfrm rot="1903076">
              <a:off x="880796" y="3130466"/>
              <a:ext cx="293394" cy="3658"/>
            </a:xfrm>
            <a:custGeom>
              <a:avLst/>
              <a:gdLst/>
              <a:ahLst/>
              <a:cxnLst/>
              <a:rect l="l" t="t" r="r" b="b"/>
              <a:pathLst>
                <a:path w="16680" h="201" extrusionOk="0">
                  <a:moveTo>
                    <a:pt x="8340" y="0"/>
                  </a:moveTo>
                  <a:cubicBezTo>
                    <a:pt x="3736" y="0"/>
                    <a:pt x="0" y="34"/>
                    <a:pt x="0" y="100"/>
                  </a:cubicBezTo>
                  <a:cubicBezTo>
                    <a:pt x="0" y="167"/>
                    <a:pt x="3736" y="200"/>
                    <a:pt x="8340" y="200"/>
                  </a:cubicBezTo>
                  <a:cubicBezTo>
                    <a:pt x="12943" y="200"/>
                    <a:pt x="16679" y="167"/>
                    <a:pt x="16679" y="100"/>
                  </a:cubicBezTo>
                  <a:cubicBezTo>
                    <a:pt x="16679" y="34"/>
                    <a:pt x="12910" y="0"/>
                    <a:pt x="83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7"/>
            <p:cNvSpPr/>
            <p:nvPr/>
          </p:nvSpPr>
          <p:spPr>
            <a:xfrm rot="1903076">
              <a:off x="1143093" y="2918665"/>
              <a:ext cx="4134" cy="263502"/>
            </a:xfrm>
            <a:custGeom>
              <a:avLst/>
              <a:gdLst/>
              <a:ahLst/>
              <a:cxnLst/>
              <a:rect l="l" t="t" r="r" b="b"/>
              <a:pathLst>
                <a:path w="235" h="14478" extrusionOk="0">
                  <a:moveTo>
                    <a:pt x="134" y="0"/>
                  </a:moveTo>
                  <a:cubicBezTo>
                    <a:pt x="68" y="0"/>
                    <a:pt x="1" y="3236"/>
                    <a:pt x="1" y="7239"/>
                  </a:cubicBezTo>
                  <a:cubicBezTo>
                    <a:pt x="1" y="11242"/>
                    <a:pt x="68" y="14477"/>
                    <a:pt x="134" y="14477"/>
                  </a:cubicBezTo>
                  <a:cubicBezTo>
                    <a:pt x="201" y="14477"/>
                    <a:pt x="234" y="11242"/>
                    <a:pt x="234" y="7239"/>
                  </a:cubicBezTo>
                  <a:cubicBezTo>
                    <a:pt x="234" y="3236"/>
                    <a:pt x="168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7"/>
            <p:cNvSpPr/>
            <p:nvPr/>
          </p:nvSpPr>
          <p:spPr>
            <a:xfrm rot="1903076">
              <a:off x="1120012" y="2966497"/>
              <a:ext cx="24080" cy="21476"/>
            </a:xfrm>
            <a:custGeom>
              <a:avLst/>
              <a:gdLst/>
              <a:ahLst/>
              <a:cxnLst/>
              <a:rect l="l" t="t" r="r" b="b"/>
              <a:pathLst>
                <a:path w="1369" h="1180" extrusionOk="0">
                  <a:moveTo>
                    <a:pt x="768" y="1"/>
                  </a:moveTo>
                  <a:cubicBezTo>
                    <a:pt x="268" y="1"/>
                    <a:pt x="1" y="635"/>
                    <a:pt x="368" y="1002"/>
                  </a:cubicBezTo>
                  <a:cubicBezTo>
                    <a:pt x="490" y="1124"/>
                    <a:pt x="642" y="1179"/>
                    <a:pt x="790" y="1179"/>
                  </a:cubicBezTo>
                  <a:cubicBezTo>
                    <a:pt x="1087" y="1179"/>
                    <a:pt x="1368" y="957"/>
                    <a:pt x="1368" y="601"/>
                  </a:cubicBezTo>
                  <a:cubicBezTo>
                    <a:pt x="1368" y="268"/>
                    <a:pt x="1101" y="1"/>
                    <a:pt x="7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7"/>
            <p:cNvSpPr/>
            <p:nvPr/>
          </p:nvSpPr>
          <p:spPr>
            <a:xfrm rot="1903076">
              <a:off x="1076729" y="3046646"/>
              <a:ext cx="24080" cy="21731"/>
            </a:xfrm>
            <a:custGeom>
              <a:avLst/>
              <a:gdLst/>
              <a:ahLst/>
              <a:cxnLst/>
              <a:rect l="l" t="t" r="r" b="b"/>
              <a:pathLst>
                <a:path w="1369" h="1194" extrusionOk="0">
                  <a:moveTo>
                    <a:pt x="768" y="0"/>
                  </a:moveTo>
                  <a:cubicBezTo>
                    <a:pt x="268" y="0"/>
                    <a:pt x="1" y="634"/>
                    <a:pt x="368" y="1001"/>
                  </a:cubicBezTo>
                  <a:cubicBezTo>
                    <a:pt x="490" y="1135"/>
                    <a:pt x="642" y="1194"/>
                    <a:pt x="790" y="1194"/>
                  </a:cubicBezTo>
                  <a:cubicBezTo>
                    <a:pt x="1087" y="1194"/>
                    <a:pt x="1368" y="957"/>
                    <a:pt x="1368" y="601"/>
                  </a:cubicBezTo>
                  <a:cubicBezTo>
                    <a:pt x="1368" y="267"/>
                    <a:pt x="1101" y="0"/>
                    <a:pt x="7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7"/>
            <p:cNvSpPr/>
            <p:nvPr/>
          </p:nvSpPr>
          <p:spPr>
            <a:xfrm rot="1903076">
              <a:off x="626240" y="3602282"/>
              <a:ext cx="293394" cy="4277"/>
            </a:xfrm>
            <a:custGeom>
              <a:avLst/>
              <a:gdLst/>
              <a:ahLst/>
              <a:cxnLst/>
              <a:rect l="l" t="t" r="r" b="b"/>
              <a:pathLst>
                <a:path w="16680" h="235" extrusionOk="0">
                  <a:moveTo>
                    <a:pt x="8340" y="1"/>
                  </a:moveTo>
                  <a:cubicBezTo>
                    <a:pt x="3736" y="1"/>
                    <a:pt x="0" y="67"/>
                    <a:pt x="0" y="134"/>
                  </a:cubicBezTo>
                  <a:cubicBezTo>
                    <a:pt x="0" y="167"/>
                    <a:pt x="3736" y="234"/>
                    <a:pt x="8340" y="234"/>
                  </a:cubicBezTo>
                  <a:cubicBezTo>
                    <a:pt x="12943" y="234"/>
                    <a:pt x="16679" y="167"/>
                    <a:pt x="16679" y="134"/>
                  </a:cubicBezTo>
                  <a:cubicBezTo>
                    <a:pt x="16679" y="34"/>
                    <a:pt x="12910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7"/>
            <p:cNvSpPr/>
            <p:nvPr/>
          </p:nvSpPr>
          <p:spPr>
            <a:xfrm rot="1903076">
              <a:off x="888537" y="3390481"/>
              <a:ext cx="4134" cy="264121"/>
            </a:xfrm>
            <a:custGeom>
              <a:avLst/>
              <a:gdLst/>
              <a:ahLst/>
              <a:cxnLst/>
              <a:rect l="l" t="t" r="r" b="b"/>
              <a:pathLst>
                <a:path w="235" h="14512" extrusionOk="0">
                  <a:moveTo>
                    <a:pt x="134" y="1"/>
                  </a:moveTo>
                  <a:cubicBezTo>
                    <a:pt x="68" y="1"/>
                    <a:pt x="1" y="3270"/>
                    <a:pt x="1" y="7239"/>
                  </a:cubicBezTo>
                  <a:cubicBezTo>
                    <a:pt x="1" y="11242"/>
                    <a:pt x="68" y="14511"/>
                    <a:pt x="134" y="14511"/>
                  </a:cubicBezTo>
                  <a:cubicBezTo>
                    <a:pt x="201" y="14511"/>
                    <a:pt x="234" y="11242"/>
                    <a:pt x="234" y="7239"/>
                  </a:cubicBezTo>
                  <a:cubicBezTo>
                    <a:pt x="234" y="3236"/>
                    <a:pt x="168" y="1"/>
                    <a:pt x="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7"/>
            <p:cNvSpPr/>
            <p:nvPr/>
          </p:nvSpPr>
          <p:spPr>
            <a:xfrm rot="1903076">
              <a:off x="868612" y="3439832"/>
              <a:ext cx="20562" cy="21276"/>
            </a:xfrm>
            <a:custGeom>
              <a:avLst/>
              <a:gdLst/>
              <a:ahLst/>
              <a:cxnLst/>
              <a:rect l="l" t="t" r="r" b="b"/>
              <a:pathLst>
                <a:path w="1169" h="1169" extrusionOk="0">
                  <a:moveTo>
                    <a:pt x="568" y="1"/>
                  </a:moveTo>
                  <a:cubicBezTo>
                    <a:pt x="268" y="1"/>
                    <a:pt x="1" y="234"/>
                    <a:pt x="1" y="568"/>
                  </a:cubicBezTo>
                  <a:cubicBezTo>
                    <a:pt x="1" y="901"/>
                    <a:pt x="268" y="1168"/>
                    <a:pt x="568" y="1168"/>
                  </a:cubicBezTo>
                  <a:cubicBezTo>
                    <a:pt x="901" y="1168"/>
                    <a:pt x="1168" y="901"/>
                    <a:pt x="1168" y="568"/>
                  </a:cubicBezTo>
                  <a:cubicBezTo>
                    <a:pt x="1168" y="234"/>
                    <a:pt x="901" y="1"/>
                    <a:pt x="5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7"/>
            <p:cNvSpPr/>
            <p:nvPr/>
          </p:nvSpPr>
          <p:spPr>
            <a:xfrm rot="1903076">
              <a:off x="825394" y="3519997"/>
              <a:ext cx="20562" cy="21258"/>
            </a:xfrm>
            <a:custGeom>
              <a:avLst/>
              <a:gdLst/>
              <a:ahLst/>
              <a:cxnLst/>
              <a:rect l="l" t="t" r="r" b="b"/>
              <a:pathLst>
                <a:path w="1169" h="1168" extrusionOk="0">
                  <a:moveTo>
                    <a:pt x="568" y="0"/>
                  </a:moveTo>
                  <a:cubicBezTo>
                    <a:pt x="268" y="0"/>
                    <a:pt x="1" y="267"/>
                    <a:pt x="1" y="567"/>
                  </a:cubicBezTo>
                  <a:cubicBezTo>
                    <a:pt x="1" y="901"/>
                    <a:pt x="268" y="1168"/>
                    <a:pt x="568" y="1168"/>
                  </a:cubicBezTo>
                  <a:cubicBezTo>
                    <a:pt x="901" y="1168"/>
                    <a:pt x="1168" y="901"/>
                    <a:pt x="1168" y="567"/>
                  </a:cubicBezTo>
                  <a:cubicBezTo>
                    <a:pt x="1168" y="267"/>
                    <a:pt x="901" y="0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7"/>
            <p:cNvSpPr/>
            <p:nvPr/>
          </p:nvSpPr>
          <p:spPr>
            <a:xfrm rot="1903076">
              <a:off x="752296" y="3368795"/>
              <a:ext cx="293394" cy="3658"/>
            </a:xfrm>
            <a:custGeom>
              <a:avLst/>
              <a:gdLst/>
              <a:ahLst/>
              <a:cxnLst/>
              <a:rect l="l" t="t" r="r" b="b"/>
              <a:pathLst>
                <a:path w="16680" h="201" extrusionOk="0">
                  <a:moveTo>
                    <a:pt x="8340" y="1"/>
                  </a:moveTo>
                  <a:cubicBezTo>
                    <a:pt x="3770" y="1"/>
                    <a:pt x="0" y="34"/>
                    <a:pt x="0" y="101"/>
                  </a:cubicBezTo>
                  <a:cubicBezTo>
                    <a:pt x="0" y="134"/>
                    <a:pt x="3736" y="201"/>
                    <a:pt x="8340" y="201"/>
                  </a:cubicBezTo>
                  <a:cubicBezTo>
                    <a:pt x="12943" y="201"/>
                    <a:pt x="16679" y="167"/>
                    <a:pt x="16679" y="101"/>
                  </a:cubicBezTo>
                  <a:cubicBezTo>
                    <a:pt x="16679" y="34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7"/>
            <p:cNvSpPr/>
            <p:nvPr/>
          </p:nvSpPr>
          <p:spPr>
            <a:xfrm rot="1903076">
              <a:off x="904349" y="3088674"/>
              <a:ext cx="3536" cy="263502"/>
            </a:xfrm>
            <a:custGeom>
              <a:avLst/>
              <a:gdLst/>
              <a:ahLst/>
              <a:cxnLst/>
              <a:rect l="l" t="t" r="r" b="b"/>
              <a:pathLst>
                <a:path w="201" h="14478" extrusionOk="0">
                  <a:moveTo>
                    <a:pt x="100" y="1"/>
                  </a:moveTo>
                  <a:cubicBezTo>
                    <a:pt x="33" y="1"/>
                    <a:pt x="0" y="3236"/>
                    <a:pt x="0" y="7239"/>
                  </a:cubicBezTo>
                  <a:cubicBezTo>
                    <a:pt x="0" y="11242"/>
                    <a:pt x="33" y="14478"/>
                    <a:pt x="100" y="14478"/>
                  </a:cubicBezTo>
                  <a:cubicBezTo>
                    <a:pt x="167" y="14478"/>
                    <a:pt x="200" y="11242"/>
                    <a:pt x="200" y="7239"/>
                  </a:cubicBezTo>
                  <a:cubicBezTo>
                    <a:pt x="200" y="3236"/>
                    <a:pt x="167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7"/>
            <p:cNvSpPr/>
            <p:nvPr/>
          </p:nvSpPr>
          <p:spPr>
            <a:xfrm rot="1903076">
              <a:off x="960103" y="3185418"/>
              <a:ext cx="24063" cy="21331"/>
            </a:xfrm>
            <a:custGeom>
              <a:avLst/>
              <a:gdLst/>
              <a:ahLst/>
              <a:cxnLst/>
              <a:rect l="l" t="t" r="r" b="b"/>
              <a:pathLst>
                <a:path w="1368" h="1172" extrusionOk="0">
                  <a:moveTo>
                    <a:pt x="601" y="0"/>
                  </a:moveTo>
                  <a:cubicBezTo>
                    <a:pt x="267" y="0"/>
                    <a:pt x="0" y="267"/>
                    <a:pt x="0" y="601"/>
                  </a:cubicBezTo>
                  <a:cubicBezTo>
                    <a:pt x="0" y="940"/>
                    <a:pt x="291" y="1172"/>
                    <a:pt x="593" y="1172"/>
                  </a:cubicBezTo>
                  <a:cubicBezTo>
                    <a:pt x="737" y="1172"/>
                    <a:pt x="883" y="1119"/>
                    <a:pt x="1001" y="1001"/>
                  </a:cubicBezTo>
                  <a:cubicBezTo>
                    <a:pt x="1368" y="634"/>
                    <a:pt x="1101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7"/>
            <p:cNvSpPr/>
            <p:nvPr/>
          </p:nvSpPr>
          <p:spPr>
            <a:xfrm rot="1903076">
              <a:off x="916885" y="3265565"/>
              <a:ext cx="24063" cy="21349"/>
            </a:xfrm>
            <a:custGeom>
              <a:avLst/>
              <a:gdLst/>
              <a:ahLst/>
              <a:cxnLst/>
              <a:rect l="l" t="t" r="r" b="b"/>
              <a:pathLst>
                <a:path w="1368" h="1173" extrusionOk="0">
                  <a:moveTo>
                    <a:pt x="601" y="1"/>
                  </a:moveTo>
                  <a:cubicBezTo>
                    <a:pt x="267" y="1"/>
                    <a:pt x="0" y="268"/>
                    <a:pt x="0" y="601"/>
                  </a:cubicBezTo>
                  <a:cubicBezTo>
                    <a:pt x="0" y="940"/>
                    <a:pt x="291" y="1172"/>
                    <a:pt x="593" y="1172"/>
                  </a:cubicBezTo>
                  <a:cubicBezTo>
                    <a:pt x="737" y="1172"/>
                    <a:pt x="883" y="1120"/>
                    <a:pt x="1001" y="1001"/>
                  </a:cubicBezTo>
                  <a:cubicBezTo>
                    <a:pt x="1368" y="635"/>
                    <a:pt x="1101" y="1"/>
                    <a:pt x="6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7"/>
            <p:cNvSpPr/>
            <p:nvPr/>
          </p:nvSpPr>
          <p:spPr>
            <a:xfrm rot="1903076">
              <a:off x="1056304" y="2752568"/>
              <a:ext cx="69848" cy="129331"/>
            </a:xfrm>
            <a:custGeom>
              <a:avLst/>
              <a:gdLst/>
              <a:ahLst/>
              <a:cxnLst/>
              <a:rect l="l" t="t" r="r" b="b"/>
              <a:pathLst>
                <a:path w="3971" h="7106" extrusionOk="0">
                  <a:moveTo>
                    <a:pt x="3937" y="1"/>
                  </a:moveTo>
                  <a:cubicBezTo>
                    <a:pt x="3837" y="1"/>
                    <a:pt x="3737" y="67"/>
                    <a:pt x="3636" y="134"/>
                  </a:cubicBezTo>
                  <a:cubicBezTo>
                    <a:pt x="3536" y="167"/>
                    <a:pt x="3403" y="234"/>
                    <a:pt x="3303" y="334"/>
                  </a:cubicBezTo>
                  <a:cubicBezTo>
                    <a:pt x="3169" y="401"/>
                    <a:pt x="3036" y="501"/>
                    <a:pt x="2903" y="634"/>
                  </a:cubicBezTo>
                  <a:cubicBezTo>
                    <a:pt x="2536" y="901"/>
                    <a:pt x="2235" y="1235"/>
                    <a:pt x="1935" y="1602"/>
                  </a:cubicBezTo>
                  <a:cubicBezTo>
                    <a:pt x="1602" y="2035"/>
                    <a:pt x="1301" y="2502"/>
                    <a:pt x="1035" y="3003"/>
                  </a:cubicBezTo>
                  <a:cubicBezTo>
                    <a:pt x="601" y="3903"/>
                    <a:pt x="301" y="4871"/>
                    <a:pt x="134" y="5838"/>
                  </a:cubicBezTo>
                  <a:cubicBezTo>
                    <a:pt x="67" y="6138"/>
                    <a:pt x="34" y="6438"/>
                    <a:pt x="1" y="6739"/>
                  </a:cubicBezTo>
                  <a:cubicBezTo>
                    <a:pt x="1" y="6872"/>
                    <a:pt x="1" y="6972"/>
                    <a:pt x="1" y="7106"/>
                  </a:cubicBezTo>
                  <a:cubicBezTo>
                    <a:pt x="67" y="7106"/>
                    <a:pt x="101" y="6605"/>
                    <a:pt x="267" y="5871"/>
                  </a:cubicBezTo>
                  <a:cubicBezTo>
                    <a:pt x="468" y="4904"/>
                    <a:pt x="801" y="3970"/>
                    <a:pt x="1235" y="3103"/>
                  </a:cubicBezTo>
                  <a:cubicBezTo>
                    <a:pt x="1468" y="2602"/>
                    <a:pt x="1768" y="2135"/>
                    <a:pt x="2102" y="1702"/>
                  </a:cubicBezTo>
                  <a:cubicBezTo>
                    <a:pt x="2369" y="1368"/>
                    <a:pt x="2669" y="1035"/>
                    <a:pt x="3003" y="734"/>
                  </a:cubicBezTo>
                  <a:cubicBezTo>
                    <a:pt x="3570" y="234"/>
                    <a:pt x="3970" y="34"/>
                    <a:pt x="393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7"/>
            <p:cNvSpPr/>
            <p:nvPr/>
          </p:nvSpPr>
          <p:spPr>
            <a:xfrm rot="1903076">
              <a:off x="1179459" y="2786141"/>
              <a:ext cx="21143" cy="5478"/>
            </a:xfrm>
            <a:custGeom>
              <a:avLst/>
              <a:gdLst/>
              <a:ahLst/>
              <a:cxnLst/>
              <a:rect l="l" t="t" r="r" b="b"/>
              <a:pathLst>
                <a:path w="1202" h="301" extrusionOk="0">
                  <a:moveTo>
                    <a:pt x="1026" y="1"/>
                  </a:moveTo>
                  <a:cubicBezTo>
                    <a:pt x="917" y="1"/>
                    <a:pt x="767" y="17"/>
                    <a:pt x="601" y="51"/>
                  </a:cubicBezTo>
                  <a:cubicBezTo>
                    <a:pt x="267" y="117"/>
                    <a:pt x="0" y="217"/>
                    <a:pt x="0" y="251"/>
                  </a:cubicBezTo>
                  <a:cubicBezTo>
                    <a:pt x="17" y="284"/>
                    <a:pt x="92" y="301"/>
                    <a:pt x="204" y="301"/>
                  </a:cubicBezTo>
                  <a:cubicBezTo>
                    <a:pt x="317" y="301"/>
                    <a:pt x="467" y="284"/>
                    <a:pt x="634" y="251"/>
                  </a:cubicBezTo>
                  <a:cubicBezTo>
                    <a:pt x="968" y="217"/>
                    <a:pt x="1201" y="117"/>
                    <a:pt x="1201" y="51"/>
                  </a:cubicBezTo>
                  <a:cubicBezTo>
                    <a:pt x="1201" y="17"/>
                    <a:pt x="1134" y="1"/>
                    <a:pt x="102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7"/>
            <p:cNvSpPr/>
            <p:nvPr/>
          </p:nvSpPr>
          <p:spPr>
            <a:xfrm rot="1903076">
              <a:off x="1440277" y="3113106"/>
              <a:ext cx="294555" cy="1184486"/>
            </a:xfrm>
            <a:custGeom>
              <a:avLst/>
              <a:gdLst/>
              <a:ahLst/>
              <a:cxnLst/>
              <a:rect l="l" t="t" r="r" b="b"/>
              <a:pathLst>
                <a:path w="16746" h="65081" extrusionOk="0">
                  <a:moveTo>
                    <a:pt x="8434" y="0"/>
                  </a:moveTo>
                  <a:cubicBezTo>
                    <a:pt x="8414" y="0"/>
                    <a:pt x="8394" y="0"/>
                    <a:pt x="8373" y="1"/>
                  </a:cubicBezTo>
                  <a:cubicBezTo>
                    <a:pt x="3770" y="1"/>
                    <a:pt x="34" y="3737"/>
                    <a:pt x="34" y="8340"/>
                  </a:cubicBezTo>
                  <a:lnTo>
                    <a:pt x="1" y="65081"/>
                  </a:lnTo>
                  <a:lnTo>
                    <a:pt x="16712" y="65081"/>
                  </a:lnTo>
                  <a:lnTo>
                    <a:pt x="16712" y="8340"/>
                  </a:lnTo>
                  <a:cubicBezTo>
                    <a:pt x="16746" y="3724"/>
                    <a:pt x="13010" y="0"/>
                    <a:pt x="843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7"/>
            <p:cNvSpPr/>
            <p:nvPr/>
          </p:nvSpPr>
          <p:spPr>
            <a:xfrm rot="1903076">
              <a:off x="1440277" y="3113106"/>
              <a:ext cx="294555" cy="1184486"/>
            </a:xfrm>
            <a:custGeom>
              <a:avLst/>
              <a:gdLst/>
              <a:ahLst/>
              <a:cxnLst/>
              <a:rect l="l" t="t" r="r" b="b"/>
              <a:pathLst>
                <a:path w="16746" h="65081" extrusionOk="0">
                  <a:moveTo>
                    <a:pt x="8434" y="0"/>
                  </a:moveTo>
                  <a:cubicBezTo>
                    <a:pt x="8414" y="0"/>
                    <a:pt x="8394" y="0"/>
                    <a:pt x="8373" y="1"/>
                  </a:cubicBezTo>
                  <a:cubicBezTo>
                    <a:pt x="3770" y="1"/>
                    <a:pt x="34" y="3737"/>
                    <a:pt x="34" y="8340"/>
                  </a:cubicBezTo>
                  <a:lnTo>
                    <a:pt x="1" y="65081"/>
                  </a:lnTo>
                  <a:lnTo>
                    <a:pt x="16712" y="65081"/>
                  </a:lnTo>
                  <a:lnTo>
                    <a:pt x="16712" y="8340"/>
                  </a:lnTo>
                  <a:cubicBezTo>
                    <a:pt x="16746" y="3724"/>
                    <a:pt x="13010" y="0"/>
                    <a:pt x="84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7"/>
            <p:cNvSpPr/>
            <p:nvPr/>
          </p:nvSpPr>
          <p:spPr>
            <a:xfrm rot="1903076">
              <a:off x="1657320" y="3300515"/>
              <a:ext cx="293394" cy="4277"/>
            </a:xfrm>
            <a:custGeom>
              <a:avLst/>
              <a:gdLst/>
              <a:ahLst/>
              <a:cxnLst/>
              <a:rect l="l" t="t" r="r" b="b"/>
              <a:pathLst>
                <a:path w="16680" h="235" extrusionOk="0">
                  <a:moveTo>
                    <a:pt x="8340" y="1"/>
                  </a:moveTo>
                  <a:cubicBezTo>
                    <a:pt x="3770" y="1"/>
                    <a:pt x="1" y="68"/>
                    <a:pt x="1" y="134"/>
                  </a:cubicBezTo>
                  <a:cubicBezTo>
                    <a:pt x="1" y="168"/>
                    <a:pt x="3737" y="234"/>
                    <a:pt x="8340" y="234"/>
                  </a:cubicBezTo>
                  <a:cubicBezTo>
                    <a:pt x="12976" y="234"/>
                    <a:pt x="16679" y="168"/>
                    <a:pt x="16679" y="134"/>
                  </a:cubicBezTo>
                  <a:cubicBezTo>
                    <a:pt x="16679" y="68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7"/>
            <p:cNvSpPr/>
            <p:nvPr/>
          </p:nvSpPr>
          <p:spPr>
            <a:xfrm rot="1903076">
              <a:off x="1532129" y="3533019"/>
              <a:ext cx="293394" cy="3658"/>
            </a:xfrm>
            <a:custGeom>
              <a:avLst/>
              <a:gdLst/>
              <a:ahLst/>
              <a:cxnLst/>
              <a:rect l="l" t="t" r="r" b="b"/>
              <a:pathLst>
                <a:path w="16680" h="201" extrusionOk="0">
                  <a:moveTo>
                    <a:pt x="8340" y="0"/>
                  </a:moveTo>
                  <a:cubicBezTo>
                    <a:pt x="3770" y="0"/>
                    <a:pt x="1" y="34"/>
                    <a:pt x="1" y="100"/>
                  </a:cubicBezTo>
                  <a:cubicBezTo>
                    <a:pt x="1" y="167"/>
                    <a:pt x="3737" y="200"/>
                    <a:pt x="8340" y="200"/>
                  </a:cubicBezTo>
                  <a:cubicBezTo>
                    <a:pt x="12976" y="200"/>
                    <a:pt x="16679" y="167"/>
                    <a:pt x="16679" y="100"/>
                  </a:cubicBezTo>
                  <a:cubicBezTo>
                    <a:pt x="16679" y="34"/>
                    <a:pt x="12943" y="0"/>
                    <a:pt x="83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7"/>
            <p:cNvSpPr/>
            <p:nvPr/>
          </p:nvSpPr>
          <p:spPr>
            <a:xfrm rot="1903076">
              <a:off x="1684182" y="3252897"/>
              <a:ext cx="3536" cy="263502"/>
            </a:xfrm>
            <a:custGeom>
              <a:avLst/>
              <a:gdLst/>
              <a:ahLst/>
              <a:cxnLst/>
              <a:rect l="l" t="t" r="r" b="b"/>
              <a:pathLst>
                <a:path w="201" h="14478" extrusionOk="0">
                  <a:moveTo>
                    <a:pt x="100" y="0"/>
                  </a:moveTo>
                  <a:cubicBezTo>
                    <a:pt x="67" y="0"/>
                    <a:pt x="0" y="3236"/>
                    <a:pt x="0" y="7239"/>
                  </a:cubicBezTo>
                  <a:cubicBezTo>
                    <a:pt x="0" y="11242"/>
                    <a:pt x="67" y="14477"/>
                    <a:pt x="100" y="14477"/>
                  </a:cubicBezTo>
                  <a:cubicBezTo>
                    <a:pt x="167" y="14477"/>
                    <a:pt x="200" y="11242"/>
                    <a:pt x="200" y="7239"/>
                  </a:cubicBezTo>
                  <a:cubicBezTo>
                    <a:pt x="200" y="3236"/>
                    <a:pt x="167" y="0"/>
                    <a:pt x="1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7"/>
            <p:cNvSpPr/>
            <p:nvPr/>
          </p:nvSpPr>
          <p:spPr>
            <a:xfrm rot="1903076">
              <a:off x="1739910" y="3349617"/>
              <a:ext cx="24063" cy="21476"/>
            </a:xfrm>
            <a:custGeom>
              <a:avLst/>
              <a:gdLst/>
              <a:ahLst/>
              <a:cxnLst/>
              <a:rect l="l" t="t" r="r" b="b"/>
              <a:pathLst>
                <a:path w="1368" h="1180" extrusionOk="0">
                  <a:moveTo>
                    <a:pt x="601" y="1"/>
                  </a:moveTo>
                  <a:cubicBezTo>
                    <a:pt x="267" y="1"/>
                    <a:pt x="0" y="268"/>
                    <a:pt x="0" y="601"/>
                  </a:cubicBezTo>
                  <a:cubicBezTo>
                    <a:pt x="0" y="957"/>
                    <a:pt x="282" y="1179"/>
                    <a:pt x="578" y="1179"/>
                  </a:cubicBezTo>
                  <a:cubicBezTo>
                    <a:pt x="727" y="1179"/>
                    <a:pt x="879" y="1124"/>
                    <a:pt x="1001" y="1002"/>
                  </a:cubicBezTo>
                  <a:cubicBezTo>
                    <a:pt x="1368" y="635"/>
                    <a:pt x="1101" y="1"/>
                    <a:pt x="6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7"/>
            <p:cNvSpPr/>
            <p:nvPr/>
          </p:nvSpPr>
          <p:spPr>
            <a:xfrm rot="1903076">
              <a:off x="1696627" y="3429766"/>
              <a:ext cx="24063" cy="21731"/>
            </a:xfrm>
            <a:custGeom>
              <a:avLst/>
              <a:gdLst/>
              <a:ahLst/>
              <a:cxnLst/>
              <a:rect l="l" t="t" r="r" b="b"/>
              <a:pathLst>
                <a:path w="1368" h="1194" extrusionOk="0">
                  <a:moveTo>
                    <a:pt x="601" y="0"/>
                  </a:moveTo>
                  <a:cubicBezTo>
                    <a:pt x="267" y="0"/>
                    <a:pt x="0" y="267"/>
                    <a:pt x="0" y="601"/>
                  </a:cubicBezTo>
                  <a:cubicBezTo>
                    <a:pt x="0" y="957"/>
                    <a:pt x="282" y="1194"/>
                    <a:pt x="578" y="1194"/>
                  </a:cubicBezTo>
                  <a:cubicBezTo>
                    <a:pt x="727" y="1194"/>
                    <a:pt x="879" y="1135"/>
                    <a:pt x="1001" y="1001"/>
                  </a:cubicBezTo>
                  <a:cubicBezTo>
                    <a:pt x="1368" y="634"/>
                    <a:pt x="1101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7"/>
            <p:cNvSpPr/>
            <p:nvPr/>
          </p:nvSpPr>
          <p:spPr>
            <a:xfrm rot="1903076">
              <a:off x="1277573" y="4004835"/>
              <a:ext cx="293394" cy="4277"/>
            </a:xfrm>
            <a:custGeom>
              <a:avLst/>
              <a:gdLst/>
              <a:ahLst/>
              <a:cxnLst/>
              <a:rect l="l" t="t" r="r" b="b"/>
              <a:pathLst>
                <a:path w="16680" h="235" extrusionOk="0">
                  <a:moveTo>
                    <a:pt x="8340" y="1"/>
                  </a:moveTo>
                  <a:cubicBezTo>
                    <a:pt x="3770" y="1"/>
                    <a:pt x="1" y="67"/>
                    <a:pt x="1" y="134"/>
                  </a:cubicBezTo>
                  <a:cubicBezTo>
                    <a:pt x="1" y="167"/>
                    <a:pt x="3737" y="234"/>
                    <a:pt x="8340" y="234"/>
                  </a:cubicBezTo>
                  <a:cubicBezTo>
                    <a:pt x="12976" y="234"/>
                    <a:pt x="16679" y="167"/>
                    <a:pt x="16679" y="134"/>
                  </a:cubicBezTo>
                  <a:cubicBezTo>
                    <a:pt x="16679" y="67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7"/>
            <p:cNvSpPr/>
            <p:nvPr/>
          </p:nvSpPr>
          <p:spPr>
            <a:xfrm rot="1903076">
              <a:off x="1429582" y="3724866"/>
              <a:ext cx="4116" cy="264121"/>
            </a:xfrm>
            <a:custGeom>
              <a:avLst/>
              <a:gdLst/>
              <a:ahLst/>
              <a:cxnLst/>
              <a:rect l="l" t="t" r="r" b="b"/>
              <a:pathLst>
                <a:path w="234" h="14512" extrusionOk="0">
                  <a:moveTo>
                    <a:pt x="100" y="1"/>
                  </a:moveTo>
                  <a:cubicBezTo>
                    <a:pt x="67" y="1"/>
                    <a:pt x="0" y="3270"/>
                    <a:pt x="0" y="7239"/>
                  </a:cubicBezTo>
                  <a:cubicBezTo>
                    <a:pt x="0" y="11242"/>
                    <a:pt x="67" y="14511"/>
                    <a:pt x="100" y="14511"/>
                  </a:cubicBezTo>
                  <a:cubicBezTo>
                    <a:pt x="167" y="14511"/>
                    <a:pt x="234" y="11242"/>
                    <a:pt x="234" y="7239"/>
                  </a:cubicBezTo>
                  <a:cubicBezTo>
                    <a:pt x="234" y="3236"/>
                    <a:pt x="167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7"/>
            <p:cNvSpPr/>
            <p:nvPr/>
          </p:nvSpPr>
          <p:spPr>
            <a:xfrm rot="1903076">
              <a:off x="1485517" y="3821102"/>
              <a:ext cx="20545" cy="21276"/>
            </a:xfrm>
            <a:custGeom>
              <a:avLst/>
              <a:gdLst/>
              <a:ahLst/>
              <a:cxnLst/>
              <a:rect l="l" t="t" r="r" b="b"/>
              <a:pathLst>
                <a:path w="1168" h="1169" extrusionOk="0">
                  <a:moveTo>
                    <a:pt x="601" y="1"/>
                  </a:moveTo>
                  <a:cubicBezTo>
                    <a:pt x="267" y="1"/>
                    <a:pt x="0" y="234"/>
                    <a:pt x="0" y="568"/>
                  </a:cubicBezTo>
                  <a:cubicBezTo>
                    <a:pt x="0" y="901"/>
                    <a:pt x="267" y="1168"/>
                    <a:pt x="601" y="1168"/>
                  </a:cubicBezTo>
                  <a:cubicBezTo>
                    <a:pt x="901" y="1168"/>
                    <a:pt x="1168" y="901"/>
                    <a:pt x="1168" y="568"/>
                  </a:cubicBezTo>
                  <a:cubicBezTo>
                    <a:pt x="1168" y="234"/>
                    <a:pt x="901" y="1"/>
                    <a:pt x="6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7"/>
            <p:cNvSpPr/>
            <p:nvPr/>
          </p:nvSpPr>
          <p:spPr>
            <a:xfrm rot="1903076">
              <a:off x="1442299" y="3901267"/>
              <a:ext cx="20545" cy="21258"/>
            </a:xfrm>
            <a:custGeom>
              <a:avLst/>
              <a:gdLst/>
              <a:ahLst/>
              <a:cxnLst/>
              <a:rect l="l" t="t" r="r" b="b"/>
              <a:pathLst>
                <a:path w="1168" h="1168" extrusionOk="0">
                  <a:moveTo>
                    <a:pt x="601" y="0"/>
                  </a:moveTo>
                  <a:cubicBezTo>
                    <a:pt x="267" y="0"/>
                    <a:pt x="0" y="267"/>
                    <a:pt x="0" y="567"/>
                  </a:cubicBezTo>
                  <a:cubicBezTo>
                    <a:pt x="0" y="901"/>
                    <a:pt x="267" y="1168"/>
                    <a:pt x="601" y="1168"/>
                  </a:cubicBezTo>
                  <a:cubicBezTo>
                    <a:pt x="901" y="1168"/>
                    <a:pt x="1168" y="901"/>
                    <a:pt x="1168" y="567"/>
                  </a:cubicBezTo>
                  <a:cubicBezTo>
                    <a:pt x="1168" y="267"/>
                    <a:pt x="901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7"/>
            <p:cNvSpPr/>
            <p:nvPr/>
          </p:nvSpPr>
          <p:spPr>
            <a:xfrm rot="1903076">
              <a:off x="1403628" y="3771348"/>
              <a:ext cx="293394" cy="3658"/>
            </a:xfrm>
            <a:custGeom>
              <a:avLst/>
              <a:gdLst/>
              <a:ahLst/>
              <a:cxnLst/>
              <a:rect l="l" t="t" r="r" b="b"/>
              <a:pathLst>
                <a:path w="16680" h="201" extrusionOk="0">
                  <a:moveTo>
                    <a:pt x="8340" y="1"/>
                  </a:moveTo>
                  <a:cubicBezTo>
                    <a:pt x="3770" y="1"/>
                    <a:pt x="1" y="34"/>
                    <a:pt x="1" y="101"/>
                  </a:cubicBezTo>
                  <a:cubicBezTo>
                    <a:pt x="1" y="167"/>
                    <a:pt x="3737" y="201"/>
                    <a:pt x="8340" y="201"/>
                  </a:cubicBezTo>
                  <a:cubicBezTo>
                    <a:pt x="12943" y="201"/>
                    <a:pt x="16679" y="167"/>
                    <a:pt x="16679" y="101"/>
                  </a:cubicBezTo>
                  <a:cubicBezTo>
                    <a:pt x="16679" y="34"/>
                    <a:pt x="12943" y="1"/>
                    <a:pt x="8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57"/>
            <p:cNvSpPr/>
            <p:nvPr/>
          </p:nvSpPr>
          <p:spPr>
            <a:xfrm rot="1903076">
              <a:off x="1666479" y="3559704"/>
              <a:ext cx="3536" cy="263502"/>
            </a:xfrm>
            <a:custGeom>
              <a:avLst/>
              <a:gdLst/>
              <a:ahLst/>
              <a:cxnLst/>
              <a:rect l="l" t="t" r="r" b="b"/>
              <a:pathLst>
                <a:path w="201" h="14478" extrusionOk="0">
                  <a:moveTo>
                    <a:pt x="100" y="1"/>
                  </a:moveTo>
                  <a:cubicBezTo>
                    <a:pt x="34" y="1"/>
                    <a:pt x="0" y="3236"/>
                    <a:pt x="0" y="7239"/>
                  </a:cubicBezTo>
                  <a:cubicBezTo>
                    <a:pt x="0" y="11242"/>
                    <a:pt x="34" y="14478"/>
                    <a:pt x="100" y="14478"/>
                  </a:cubicBezTo>
                  <a:cubicBezTo>
                    <a:pt x="167" y="14478"/>
                    <a:pt x="201" y="11242"/>
                    <a:pt x="201" y="7239"/>
                  </a:cubicBezTo>
                  <a:cubicBezTo>
                    <a:pt x="201" y="3236"/>
                    <a:pt x="167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57"/>
            <p:cNvSpPr/>
            <p:nvPr/>
          </p:nvSpPr>
          <p:spPr>
            <a:xfrm rot="1903076">
              <a:off x="1642870" y="3607405"/>
              <a:ext cx="24080" cy="21331"/>
            </a:xfrm>
            <a:custGeom>
              <a:avLst/>
              <a:gdLst/>
              <a:ahLst/>
              <a:cxnLst/>
              <a:rect l="l" t="t" r="r" b="b"/>
              <a:pathLst>
                <a:path w="1369" h="1172" extrusionOk="0">
                  <a:moveTo>
                    <a:pt x="801" y="0"/>
                  </a:moveTo>
                  <a:cubicBezTo>
                    <a:pt x="268" y="0"/>
                    <a:pt x="1" y="634"/>
                    <a:pt x="368" y="1001"/>
                  </a:cubicBezTo>
                  <a:cubicBezTo>
                    <a:pt x="486" y="1119"/>
                    <a:pt x="632" y="1172"/>
                    <a:pt x="775" y="1172"/>
                  </a:cubicBezTo>
                  <a:cubicBezTo>
                    <a:pt x="1077" y="1172"/>
                    <a:pt x="1368" y="940"/>
                    <a:pt x="1368" y="601"/>
                  </a:cubicBezTo>
                  <a:cubicBezTo>
                    <a:pt x="1368" y="267"/>
                    <a:pt x="1102" y="0"/>
                    <a:pt x="8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7"/>
            <p:cNvSpPr/>
            <p:nvPr/>
          </p:nvSpPr>
          <p:spPr>
            <a:xfrm rot="1903076">
              <a:off x="1599653" y="3687552"/>
              <a:ext cx="24080" cy="21349"/>
            </a:xfrm>
            <a:custGeom>
              <a:avLst/>
              <a:gdLst/>
              <a:ahLst/>
              <a:cxnLst/>
              <a:rect l="l" t="t" r="r" b="b"/>
              <a:pathLst>
                <a:path w="1369" h="1173" extrusionOk="0">
                  <a:moveTo>
                    <a:pt x="801" y="1"/>
                  </a:moveTo>
                  <a:cubicBezTo>
                    <a:pt x="268" y="1"/>
                    <a:pt x="1" y="635"/>
                    <a:pt x="368" y="1001"/>
                  </a:cubicBezTo>
                  <a:cubicBezTo>
                    <a:pt x="486" y="1120"/>
                    <a:pt x="632" y="1172"/>
                    <a:pt x="775" y="1172"/>
                  </a:cubicBezTo>
                  <a:cubicBezTo>
                    <a:pt x="1077" y="1172"/>
                    <a:pt x="1368" y="940"/>
                    <a:pt x="1368" y="601"/>
                  </a:cubicBezTo>
                  <a:cubicBezTo>
                    <a:pt x="1368" y="268"/>
                    <a:pt x="1102" y="1"/>
                    <a:pt x="8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7"/>
            <p:cNvSpPr/>
            <p:nvPr/>
          </p:nvSpPr>
          <p:spPr>
            <a:xfrm rot="1903076">
              <a:off x="1866316" y="3253371"/>
              <a:ext cx="70429" cy="129331"/>
            </a:xfrm>
            <a:custGeom>
              <a:avLst/>
              <a:gdLst/>
              <a:ahLst/>
              <a:cxnLst/>
              <a:rect l="l" t="t" r="r" b="b"/>
              <a:pathLst>
                <a:path w="4004" h="7106" extrusionOk="0">
                  <a:moveTo>
                    <a:pt x="34" y="1"/>
                  </a:moveTo>
                  <a:cubicBezTo>
                    <a:pt x="0" y="34"/>
                    <a:pt x="434" y="234"/>
                    <a:pt x="1001" y="734"/>
                  </a:cubicBezTo>
                  <a:cubicBezTo>
                    <a:pt x="1334" y="1035"/>
                    <a:pt x="1635" y="1368"/>
                    <a:pt x="1902" y="1702"/>
                  </a:cubicBezTo>
                  <a:cubicBezTo>
                    <a:pt x="2235" y="2135"/>
                    <a:pt x="2502" y="2602"/>
                    <a:pt x="2735" y="3103"/>
                  </a:cubicBezTo>
                  <a:cubicBezTo>
                    <a:pt x="3169" y="3970"/>
                    <a:pt x="3503" y="4904"/>
                    <a:pt x="3703" y="5871"/>
                  </a:cubicBezTo>
                  <a:cubicBezTo>
                    <a:pt x="3870" y="6639"/>
                    <a:pt x="3936" y="7106"/>
                    <a:pt x="3970" y="7106"/>
                  </a:cubicBezTo>
                  <a:cubicBezTo>
                    <a:pt x="4003" y="6972"/>
                    <a:pt x="4003" y="6872"/>
                    <a:pt x="3970" y="6739"/>
                  </a:cubicBezTo>
                  <a:cubicBezTo>
                    <a:pt x="3936" y="6438"/>
                    <a:pt x="3903" y="6138"/>
                    <a:pt x="3870" y="5838"/>
                  </a:cubicBezTo>
                  <a:cubicBezTo>
                    <a:pt x="3703" y="4871"/>
                    <a:pt x="3369" y="3903"/>
                    <a:pt x="2936" y="3003"/>
                  </a:cubicBezTo>
                  <a:cubicBezTo>
                    <a:pt x="2702" y="2502"/>
                    <a:pt x="2402" y="2035"/>
                    <a:pt x="2035" y="1602"/>
                  </a:cubicBezTo>
                  <a:cubicBezTo>
                    <a:pt x="1768" y="1235"/>
                    <a:pt x="1435" y="901"/>
                    <a:pt x="1101" y="634"/>
                  </a:cubicBezTo>
                  <a:cubicBezTo>
                    <a:pt x="968" y="501"/>
                    <a:pt x="801" y="401"/>
                    <a:pt x="667" y="334"/>
                  </a:cubicBezTo>
                  <a:cubicBezTo>
                    <a:pt x="567" y="234"/>
                    <a:pt x="467" y="167"/>
                    <a:pt x="334" y="134"/>
                  </a:cubicBezTo>
                  <a:cubicBezTo>
                    <a:pt x="234" y="67"/>
                    <a:pt x="134" y="1"/>
                    <a:pt x="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7"/>
            <p:cNvSpPr/>
            <p:nvPr/>
          </p:nvSpPr>
          <p:spPr>
            <a:xfrm rot="1903076">
              <a:off x="1864150" y="3209505"/>
              <a:ext cx="21723" cy="5642"/>
            </a:xfrm>
            <a:custGeom>
              <a:avLst/>
              <a:gdLst/>
              <a:ahLst/>
              <a:cxnLst/>
              <a:rect l="l" t="t" r="r" b="b"/>
              <a:pathLst>
                <a:path w="1235" h="310" extrusionOk="0">
                  <a:moveTo>
                    <a:pt x="209" y="1"/>
                  </a:moveTo>
                  <a:cubicBezTo>
                    <a:pt x="100" y="1"/>
                    <a:pt x="34" y="17"/>
                    <a:pt x="34" y="51"/>
                  </a:cubicBezTo>
                  <a:cubicBezTo>
                    <a:pt x="0" y="117"/>
                    <a:pt x="267" y="217"/>
                    <a:pt x="601" y="284"/>
                  </a:cubicBezTo>
                  <a:cubicBezTo>
                    <a:pt x="767" y="301"/>
                    <a:pt x="918" y="309"/>
                    <a:pt x="1030" y="309"/>
                  </a:cubicBezTo>
                  <a:cubicBezTo>
                    <a:pt x="1143" y="309"/>
                    <a:pt x="1218" y="301"/>
                    <a:pt x="1234" y="284"/>
                  </a:cubicBezTo>
                  <a:cubicBezTo>
                    <a:pt x="1234" y="217"/>
                    <a:pt x="968" y="117"/>
                    <a:pt x="634" y="51"/>
                  </a:cubicBezTo>
                  <a:cubicBezTo>
                    <a:pt x="467" y="17"/>
                    <a:pt x="317" y="1"/>
                    <a:pt x="2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7"/>
            <p:cNvSpPr/>
            <p:nvPr/>
          </p:nvSpPr>
          <p:spPr>
            <a:xfrm rot="1903076">
              <a:off x="1054589" y="2471542"/>
              <a:ext cx="474672" cy="1956120"/>
            </a:xfrm>
            <a:custGeom>
              <a:avLst/>
              <a:gdLst/>
              <a:ahLst/>
              <a:cxnLst/>
              <a:rect l="l" t="t" r="r" b="b"/>
              <a:pathLst>
                <a:path w="26986" h="107478" extrusionOk="0">
                  <a:moveTo>
                    <a:pt x="12075" y="1"/>
                  </a:moveTo>
                  <a:cubicBezTo>
                    <a:pt x="10541" y="1"/>
                    <a:pt x="9140" y="902"/>
                    <a:pt x="8473" y="2269"/>
                  </a:cubicBezTo>
                  <a:lnTo>
                    <a:pt x="2635" y="13344"/>
                  </a:lnTo>
                  <a:cubicBezTo>
                    <a:pt x="901" y="16580"/>
                    <a:pt x="0" y="20215"/>
                    <a:pt x="0" y="23918"/>
                  </a:cubicBezTo>
                  <a:lnTo>
                    <a:pt x="0" y="100907"/>
                  </a:lnTo>
                  <a:lnTo>
                    <a:pt x="10274" y="107478"/>
                  </a:lnTo>
                  <a:lnTo>
                    <a:pt x="17379" y="107478"/>
                  </a:lnTo>
                  <a:lnTo>
                    <a:pt x="26986" y="100907"/>
                  </a:lnTo>
                  <a:lnTo>
                    <a:pt x="26986" y="24252"/>
                  </a:lnTo>
                  <a:cubicBezTo>
                    <a:pt x="26986" y="20716"/>
                    <a:pt x="26119" y="17213"/>
                    <a:pt x="24551" y="14078"/>
                  </a:cubicBezTo>
                  <a:lnTo>
                    <a:pt x="18580" y="2203"/>
                  </a:lnTo>
                  <a:cubicBezTo>
                    <a:pt x="17879" y="868"/>
                    <a:pt x="16512" y="1"/>
                    <a:pt x="1501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7"/>
            <p:cNvSpPr/>
            <p:nvPr/>
          </p:nvSpPr>
          <p:spPr>
            <a:xfrm rot="1903076">
              <a:off x="513390" y="3076098"/>
              <a:ext cx="454743" cy="836608"/>
            </a:xfrm>
            <a:custGeom>
              <a:avLst/>
              <a:gdLst/>
              <a:ahLst/>
              <a:cxnLst/>
              <a:rect l="l" t="t" r="r" b="b"/>
              <a:pathLst>
                <a:path w="25853" h="45967" extrusionOk="0">
                  <a:moveTo>
                    <a:pt x="25852" y="1"/>
                  </a:moveTo>
                  <a:cubicBezTo>
                    <a:pt x="25852" y="1"/>
                    <a:pt x="21616" y="18347"/>
                    <a:pt x="10808" y="26453"/>
                  </a:cubicBezTo>
                  <a:cubicBezTo>
                    <a:pt x="0" y="34559"/>
                    <a:pt x="0" y="45967"/>
                    <a:pt x="0" y="45967"/>
                  </a:cubicBezTo>
                  <a:lnTo>
                    <a:pt x="25852" y="45967"/>
                  </a:lnTo>
                  <a:lnTo>
                    <a:pt x="25852" y="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7"/>
            <p:cNvSpPr/>
            <p:nvPr/>
          </p:nvSpPr>
          <p:spPr>
            <a:xfrm rot="1903076">
              <a:off x="1303964" y="3564708"/>
              <a:ext cx="454743" cy="836608"/>
            </a:xfrm>
            <a:custGeom>
              <a:avLst/>
              <a:gdLst/>
              <a:ahLst/>
              <a:cxnLst/>
              <a:rect l="l" t="t" r="r" b="b"/>
              <a:pathLst>
                <a:path w="25853" h="45967" extrusionOk="0">
                  <a:moveTo>
                    <a:pt x="1" y="1"/>
                  </a:moveTo>
                  <a:lnTo>
                    <a:pt x="1" y="45967"/>
                  </a:lnTo>
                  <a:lnTo>
                    <a:pt x="25853" y="45967"/>
                  </a:lnTo>
                  <a:cubicBezTo>
                    <a:pt x="25853" y="45967"/>
                    <a:pt x="25853" y="34559"/>
                    <a:pt x="15045" y="26453"/>
                  </a:cubicBezTo>
                  <a:cubicBezTo>
                    <a:pt x="4204" y="18347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7"/>
            <p:cNvSpPr/>
            <p:nvPr/>
          </p:nvSpPr>
          <p:spPr>
            <a:xfrm rot="1903076">
              <a:off x="513390" y="3076098"/>
              <a:ext cx="454743" cy="836608"/>
            </a:xfrm>
            <a:custGeom>
              <a:avLst/>
              <a:gdLst/>
              <a:ahLst/>
              <a:cxnLst/>
              <a:rect l="l" t="t" r="r" b="b"/>
              <a:pathLst>
                <a:path w="25853" h="45967" extrusionOk="0">
                  <a:moveTo>
                    <a:pt x="25852" y="1"/>
                  </a:moveTo>
                  <a:cubicBezTo>
                    <a:pt x="25852" y="1"/>
                    <a:pt x="21616" y="18347"/>
                    <a:pt x="10808" y="26453"/>
                  </a:cubicBezTo>
                  <a:cubicBezTo>
                    <a:pt x="0" y="34559"/>
                    <a:pt x="0" y="45967"/>
                    <a:pt x="0" y="45967"/>
                  </a:cubicBezTo>
                  <a:lnTo>
                    <a:pt x="25852" y="45967"/>
                  </a:lnTo>
                  <a:lnTo>
                    <a:pt x="2585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7"/>
            <p:cNvSpPr/>
            <p:nvPr/>
          </p:nvSpPr>
          <p:spPr>
            <a:xfrm rot="1903076">
              <a:off x="1303964" y="3564708"/>
              <a:ext cx="454743" cy="836608"/>
            </a:xfrm>
            <a:custGeom>
              <a:avLst/>
              <a:gdLst/>
              <a:ahLst/>
              <a:cxnLst/>
              <a:rect l="l" t="t" r="r" b="b"/>
              <a:pathLst>
                <a:path w="25853" h="45967" extrusionOk="0">
                  <a:moveTo>
                    <a:pt x="1" y="1"/>
                  </a:moveTo>
                  <a:lnTo>
                    <a:pt x="1" y="45967"/>
                  </a:lnTo>
                  <a:lnTo>
                    <a:pt x="25853" y="45967"/>
                  </a:lnTo>
                  <a:cubicBezTo>
                    <a:pt x="25853" y="45967"/>
                    <a:pt x="25853" y="34559"/>
                    <a:pt x="15045" y="26453"/>
                  </a:cubicBezTo>
                  <a:cubicBezTo>
                    <a:pt x="4204" y="18347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7"/>
            <p:cNvSpPr/>
            <p:nvPr/>
          </p:nvSpPr>
          <p:spPr>
            <a:xfrm rot="1903076">
              <a:off x="1218978" y="2920315"/>
              <a:ext cx="4714" cy="462649"/>
            </a:xfrm>
            <a:custGeom>
              <a:avLst/>
              <a:gdLst/>
              <a:ahLst/>
              <a:cxnLst/>
              <a:rect l="l" t="t" r="r" b="b"/>
              <a:pathLst>
                <a:path w="268" h="25420" extrusionOk="0">
                  <a:moveTo>
                    <a:pt x="134" y="1"/>
                  </a:moveTo>
                  <a:cubicBezTo>
                    <a:pt x="68" y="1"/>
                    <a:pt x="1" y="5705"/>
                    <a:pt x="1" y="12710"/>
                  </a:cubicBezTo>
                  <a:cubicBezTo>
                    <a:pt x="1" y="19715"/>
                    <a:pt x="68" y="25419"/>
                    <a:pt x="134" y="25419"/>
                  </a:cubicBezTo>
                  <a:cubicBezTo>
                    <a:pt x="168" y="25419"/>
                    <a:pt x="268" y="19682"/>
                    <a:pt x="268" y="12710"/>
                  </a:cubicBezTo>
                  <a:cubicBezTo>
                    <a:pt x="268" y="5705"/>
                    <a:pt x="168" y="1"/>
                    <a:pt x="13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7"/>
            <p:cNvSpPr/>
            <p:nvPr/>
          </p:nvSpPr>
          <p:spPr>
            <a:xfrm rot="1903076">
              <a:off x="1387634" y="2827753"/>
              <a:ext cx="4714" cy="41915"/>
            </a:xfrm>
            <a:custGeom>
              <a:avLst/>
              <a:gdLst/>
              <a:ahLst/>
              <a:cxnLst/>
              <a:rect l="l" t="t" r="r" b="b"/>
              <a:pathLst>
                <a:path w="268" h="2303" extrusionOk="0">
                  <a:moveTo>
                    <a:pt x="134" y="0"/>
                  </a:moveTo>
                  <a:cubicBezTo>
                    <a:pt x="34" y="367"/>
                    <a:pt x="1" y="768"/>
                    <a:pt x="34" y="1135"/>
                  </a:cubicBezTo>
                  <a:cubicBezTo>
                    <a:pt x="1" y="1535"/>
                    <a:pt x="34" y="1935"/>
                    <a:pt x="134" y="2302"/>
                  </a:cubicBezTo>
                  <a:cubicBezTo>
                    <a:pt x="234" y="1935"/>
                    <a:pt x="268" y="1535"/>
                    <a:pt x="234" y="1135"/>
                  </a:cubicBezTo>
                  <a:cubicBezTo>
                    <a:pt x="268" y="768"/>
                    <a:pt x="234" y="367"/>
                    <a:pt x="13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7"/>
            <p:cNvSpPr/>
            <p:nvPr/>
          </p:nvSpPr>
          <p:spPr>
            <a:xfrm rot="1903076">
              <a:off x="1494141" y="2537606"/>
              <a:ext cx="144358" cy="286580"/>
            </a:xfrm>
            <a:custGeom>
              <a:avLst/>
              <a:gdLst/>
              <a:ahLst/>
              <a:cxnLst/>
              <a:rect l="l" t="t" r="r" b="b"/>
              <a:pathLst>
                <a:path w="8207" h="15746" extrusionOk="0">
                  <a:moveTo>
                    <a:pt x="8139" y="0"/>
                  </a:moveTo>
                  <a:cubicBezTo>
                    <a:pt x="8089" y="0"/>
                    <a:pt x="6228" y="3524"/>
                    <a:pt x="4003" y="7840"/>
                  </a:cubicBezTo>
                  <a:cubicBezTo>
                    <a:pt x="1768" y="12176"/>
                    <a:pt x="0" y="15712"/>
                    <a:pt x="67" y="15745"/>
                  </a:cubicBezTo>
                  <a:cubicBezTo>
                    <a:pt x="67" y="15745"/>
                    <a:pt x="68" y="15746"/>
                    <a:pt x="68" y="15746"/>
                  </a:cubicBezTo>
                  <a:cubicBezTo>
                    <a:pt x="151" y="15746"/>
                    <a:pt x="1979" y="12256"/>
                    <a:pt x="4203" y="7940"/>
                  </a:cubicBezTo>
                  <a:cubicBezTo>
                    <a:pt x="6438" y="3570"/>
                    <a:pt x="8206" y="34"/>
                    <a:pt x="8140" y="1"/>
                  </a:cubicBezTo>
                  <a:cubicBezTo>
                    <a:pt x="8139" y="1"/>
                    <a:pt x="8139" y="0"/>
                    <a:pt x="813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7"/>
            <p:cNvSpPr/>
            <p:nvPr/>
          </p:nvSpPr>
          <p:spPr>
            <a:xfrm rot="1903076">
              <a:off x="504954" y="3280300"/>
              <a:ext cx="369662" cy="588922"/>
            </a:xfrm>
            <a:custGeom>
              <a:avLst/>
              <a:gdLst/>
              <a:ahLst/>
              <a:cxnLst/>
              <a:rect l="l" t="t" r="r" b="b"/>
              <a:pathLst>
                <a:path w="21016" h="32358" extrusionOk="0">
                  <a:moveTo>
                    <a:pt x="21015" y="1"/>
                  </a:moveTo>
                  <a:cubicBezTo>
                    <a:pt x="20982" y="34"/>
                    <a:pt x="20982" y="67"/>
                    <a:pt x="20982" y="101"/>
                  </a:cubicBezTo>
                  <a:cubicBezTo>
                    <a:pt x="20948" y="167"/>
                    <a:pt x="20948" y="234"/>
                    <a:pt x="20915" y="367"/>
                  </a:cubicBezTo>
                  <a:cubicBezTo>
                    <a:pt x="20882" y="501"/>
                    <a:pt x="20848" y="668"/>
                    <a:pt x="20815" y="834"/>
                  </a:cubicBezTo>
                  <a:cubicBezTo>
                    <a:pt x="20748" y="1068"/>
                    <a:pt x="20681" y="1268"/>
                    <a:pt x="20615" y="1502"/>
                  </a:cubicBezTo>
                  <a:cubicBezTo>
                    <a:pt x="20214" y="2836"/>
                    <a:pt x="19681" y="4137"/>
                    <a:pt x="18947" y="5338"/>
                  </a:cubicBezTo>
                  <a:cubicBezTo>
                    <a:pt x="17879" y="7139"/>
                    <a:pt x="16645" y="8807"/>
                    <a:pt x="15211" y="10308"/>
                  </a:cubicBezTo>
                  <a:cubicBezTo>
                    <a:pt x="13610" y="12042"/>
                    <a:pt x="11708" y="13810"/>
                    <a:pt x="9707" y="15645"/>
                  </a:cubicBezTo>
                  <a:cubicBezTo>
                    <a:pt x="7806" y="17380"/>
                    <a:pt x="6104" y="19281"/>
                    <a:pt x="4570" y="21349"/>
                  </a:cubicBezTo>
                  <a:cubicBezTo>
                    <a:pt x="3936" y="22250"/>
                    <a:pt x="3302" y="23217"/>
                    <a:pt x="2769" y="24185"/>
                  </a:cubicBezTo>
                  <a:cubicBezTo>
                    <a:pt x="2302" y="25018"/>
                    <a:pt x="1868" y="25919"/>
                    <a:pt x="1468" y="26820"/>
                  </a:cubicBezTo>
                  <a:cubicBezTo>
                    <a:pt x="934" y="28121"/>
                    <a:pt x="534" y="29455"/>
                    <a:pt x="234" y="30856"/>
                  </a:cubicBezTo>
                  <a:cubicBezTo>
                    <a:pt x="133" y="31323"/>
                    <a:pt x="67" y="31723"/>
                    <a:pt x="33" y="31990"/>
                  </a:cubicBezTo>
                  <a:lnTo>
                    <a:pt x="0" y="32257"/>
                  </a:lnTo>
                  <a:cubicBezTo>
                    <a:pt x="0" y="32290"/>
                    <a:pt x="0" y="32324"/>
                    <a:pt x="0" y="32357"/>
                  </a:cubicBezTo>
                  <a:cubicBezTo>
                    <a:pt x="0" y="32324"/>
                    <a:pt x="33" y="32290"/>
                    <a:pt x="33" y="32257"/>
                  </a:cubicBezTo>
                  <a:lnTo>
                    <a:pt x="100" y="31990"/>
                  </a:lnTo>
                  <a:cubicBezTo>
                    <a:pt x="133" y="31723"/>
                    <a:pt x="200" y="31356"/>
                    <a:pt x="334" y="30856"/>
                  </a:cubicBezTo>
                  <a:cubicBezTo>
                    <a:pt x="634" y="29488"/>
                    <a:pt x="1101" y="28154"/>
                    <a:pt x="1635" y="26886"/>
                  </a:cubicBezTo>
                  <a:cubicBezTo>
                    <a:pt x="2035" y="25986"/>
                    <a:pt x="2468" y="25119"/>
                    <a:pt x="2935" y="24285"/>
                  </a:cubicBezTo>
                  <a:cubicBezTo>
                    <a:pt x="3503" y="23317"/>
                    <a:pt x="4103" y="22383"/>
                    <a:pt x="4770" y="21483"/>
                  </a:cubicBezTo>
                  <a:cubicBezTo>
                    <a:pt x="6271" y="19414"/>
                    <a:pt x="8006" y="17513"/>
                    <a:pt x="9874" y="15812"/>
                  </a:cubicBezTo>
                  <a:cubicBezTo>
                    <a:pt x="11875" y="13977"/>
                    <a:pt x="13777" y="12209"/>
                    <a:pt x="15378" y="10441"/>
                  </a:cubicBezTo>
                  <a:cubicBezTo>
                    <a:pt x="16812" y="8907"/>
                    <a:pt x="18046" y="7239"/>
                    <a:pt x="19080" y="5404"/>
                  </a:cubicBezTo>
                  <a:cubicBezTo>
                    <a:pt x="19814" y="4170"/>
                    <a:pt x="20348" y="2869"/>
                    <a:pt x="20715" y="1502"/>
                  </a:cubicBezTo>
                  <a:cubicBezTo>
                    <a:pt x="20782" y="1301"/>
                    <a:pt x="20815" y="1068"/>
                    <a:pt x="20882" y="868"/>
                  </a:cubicBezTo>
                  <a:lnTo>
                    <a:pt x="20948" y="401"/>
                  </a:lnTo>
                  <a:cubicBezTo>
                    <a:pt x="20982" y="267"/>
                    <a:pt x="21015" y="167"/>
                    <a:pt x="21015" y="101"/>
                  </a:cubicBezTo>
                  <a:cubicBezTo>
                    <a:pt x="21015" y="67"/>
                    <a:pt x="21015" y="34"/>
                    <a:pt x="2101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7"/>
            <p:cNvSpPr/>
            <p:nvPr/>
          </p:nvSpPr>
          <p:spPr>
            <a:xfrm rot="1903076">
              <a:off x="1444875" y="2844565"/>
              <a:ext cx="249965" cy="177889"/>
            </a:xfrm>
            <a:custGeom>
              <a:avLst/>
              <a:gdLst/>
              <a:ahLst/>
              <a:cxnLst/>
              <a:rect l="l" t="t" r="r" b="b"/>
              <a:pathLst>
                <a:path w="14211" h="9774" extrusionOk="0">
                  <a:moveTo>
                    <a:pt x="4870" y="0"/>
                  </a:moveTo>
                  <a:cubicBezTo>
                    <a:pt x="2168" y="0"/>
                    <a:pt x="0" y="2202"/>
                    <a:pt x="0" y="4904"/>
                  </a:cubicBezTo>
                  <a:cubicBezTo>
                    <a:pt x="0" y="7606"/>
                    <a:pt x="2168" y="9774"/>
                    <a:pt x="4870" y="9774"/>
                  </a:cubicBezTo>
                  <a:lnTo>
                    <a:pt x="9340" y="9774"/>
                  </a:lnTo>
                  <a:cubicBezTo>
                    <a:pt x="12042" y="9774"/>
                    <a:pt x="14210" y="7606"/>
                    <a:pt x="14210" y="4904"/>
                  </a:cubicBezTo>
                  <a:cubicBezTo>
                    <a:pt x="14210" y="2202"/>
                    <a:pt x="12042" y="0"/>
                    <a:pt x="93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7"/>
            <p:cNvSpPr/>
            <p:nvPr/>
          </p:nvSpPr>
          <p:spPr>
            <a:xfrm rot="1903076">
              <a:off x="630471" y="4151822"/>
              <a:ext cx="474672" cy="168789"/>
            </a:xfrm>
            <a:custGeom>
              <a:avLst/>
              <a:gdLst/>
              <a:ahLst/>
              <a:cxnLst/>
              <a:rect l="l" t="t" r="r" b="b"/>
              <a:pathLst>
                <a:path w="26986" h="9274" extrusionOk="0">
                  <a:moveTo>
                    <a:pt x="0" y="1"/>
                  </a:moveTo>
                  <a:lnTo>
                    <a:pt x="0" y="2703"/>
                  </a:lnTo>
                  <a:lnTo>
                    <a:pt x="10274" y="9274"/>
                  </a:lnTo>
                  <a:lnTo>
                    <a:pt x="17379" y="9274"/>
                  </a:lnTo>
                  <a:lnTo>
                    <a:pt x="26986" y="2703"/>
                  </a:lnTo>
                  <a:lnTo>
                    <a:pt x="269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7"/>
            <p:cNvSpPr/>
            <p:nvPr/>
          </p:nvSpPr>
          <p:spPr>
            <a:xfrm>
              <a:off x="2089531" y="2469150"/>
              <a:ext cx="120900" cy="120900"/>
            </a:xfrm>
            <a:prstGeom prst="ellipse">
              <a:avLst/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7"/>
            <p:cNvSpPr/>
            <p:nvPr/>
          </p:nvSpPr>
          <p:spPr>
            <a:xfrm>
              <a:off x="2070316" y="1938522"/>
              <a:ext cx="159300" cy="159300"/>
            </a:xfrm>
            <a:prstGeom prst="ellipse">
              <a:avLst/>
            </a:prstGeom>
            <a:solidFill>
              <a:srgbClr val="D6DB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7"/>
            <p:cNvSpPr/>
            <p:nvPr/>
          </p:nvSpPr>
          <p:spPr>
            <a:xfrm>
              <a:off x="212820" y="3135660"/>
              <a:ext cx="223500" cy="223500"/>
            </a:xfrm>
            <a:prstGeom prst="ellipse">
              <a:avLst/>
            </a:pr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7"/>
            <p:cNvSpPr/>
            <p:nvPr/>
          </p:nvSpPr>
          <p:spPr>
            <a:xfrm>
              <a:off x="1827451" y="4304077"/>
              <a:ext cx="159300" cy="159300"/>
            </a:xfrm>
            <a:prstGeom prst="ellipse">
              <a:avLst/>
            </a:pr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9" name="Google Shape;1769;p57"/>
          <p:cNvSpPr/>
          <p:nvPr/>
        </p:nvSpPr>
        <p:spPr>
          <a:xfrm>
            <a:off x="1830550" y="4605175"/>
            <a:ext cx="206400" cy="206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0" name="Google Shape;1770;p57"/>
          <p:cNvSpPr/>
          <p:nvPr/>
        </p:nvSpPr>
        <p:spPr>
          <a:xfrm>
            <a:off x="1307525" y="4400125"/>
            <a:ext cx="102000" cy="102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57"/>
          <p:cNvSpPr/>
          <p:nvPr/>
        </p:nvSpPr>
        <p:spPr>
          <a:xfrm>
            <a:off x="1694275" y="4678075"/>
            <a:ext cx="60600" cy="6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2" name="Google Shape;1772;p57"/>
          <p:cNvSpPr/>
          <p:nvPr/>
        </p:nvSpPr>
        <p:spPr>
          <a:xfrm>
            <a:off x="1019775" y="4738675"/>
            <a:ext cx="174900" cy="17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68"/>
          <p:cNvSpPr txBox="1">
            <a:spLocks noGrp="1"/>
          </p:cNvSpPr>
          <p:nvPr>
            <p:ph type="title"/>
          </p:nvPr>
        </p:nvSpPr>
        <p:spPr>
          <a:xfrm>
            <a:off x="307297" y="569906"/>
            <a:ext cx="2962800" cy="8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 Why It </a:t>
            </a:r>
            <a:r>
              <a:rPr lang="en-US" dirty="0" smtClean="0"/>
              <a:t>Matters?</a:t>
            </a:r>
            <a:endParaRPr dirty="0"/>
          </a:p>
        </p:txBody>
      </p:sp>
      <p:sp>
        <p:nvSpPr>
          <p:cNvPr id="2441" name="Google Shape;2441;p68"/>
          <p:cNvSpPr txBox="1">
            <a:spLocks noGrp="1"/>
          </p:cNvSpPr>
          <p:nvPr>
            <p:ph type="subTitle" idx="1"/>
          </p:nvPr>
        </p:nvSpPr>
        <p:spPr>
          <a:xfrm>
            <a:off x="632160" y="1733968"/>
            <a:ext cx="29628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Saves time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Reduces missed chances</a:t>
            </a:r>
          </a:p>
          <a:p>
            <a:pPr marL="285750" lvl="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/>
              <a:t>Helps students make faster decisions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822" y="569906"/>
            <a:ext cx="4787594" cy="359069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891" y="3822244"/>
            <a:ext cx="670618" cy="6767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295" y="4498959"/>
            <a:ext cx="169599" cy="1711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8"/>
          <p:cNvSpPr txBox="1">
            <a:spLocks noGrp="1"/>
          </p:cNvSpPr>
          <p:nvPr>
            <p:ph type="title"/>
          </p:nvPr>
        </p:nvSpPr>
        <p:spPr>
          <a:xfrm>
            <a:off x="1182761" y="816119"/>
            <a:ext cx="6169306" cy="17207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Empowering Students with AI</a:t>
            </a:r>
            <a:endParaRPr dirty="0"/>
          </a:p>
        </p:txBody>
      </p:sp>
      <p:sp>
        <p:nvSpPr>
          <p:cNvPr id="1037" name="Google Shape;1037;p48"/>
          <p:cNvSpPr txBox="1">
            <a:spLocks noGrp="1"/>
          </p:cNvSpPr>
          <p:nvPr>
            <p:ph type="subTitle" idx="1"/>
          </p:nvPr>
        </p:nvSpPr>
        <p:spPr>
          <a:xfrm>
            <a:off x="2199900" y="2797199"/>
            <a:ext cx="4744200" cy="1203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 err="1"/>
              <a:t>Madadgar</a:t>
            </a:r>
            <a:r>
              <a:rPr lang="en-US" dirty="0"/>
              <a:t> helps students find the right opportunities faster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US" dirty="0"/>
              <a:t>One smart assistant for better </a:t>
            </a:r>
            <a:r>
              <a:rPr lang="en-US" dirty="0" smtClean="0"/>
              <a:t>decisions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039" name="Google Shape;1039;p48"/>
          <p:cNvGrpSpPr/>
          <p:nvPr/>
        </p:nvGrpSpPr>
        <p:grpSpPr>
          <a:xfrm flipH="1">
            <a:off x="5664526" y="3810849"/>
            <a:ext cx="1019450" cy="1379152"/>
            <a:chOff x="3231057" y="5846468"/>
            <a:chExt cx="1701919" cy="2302424"/>
          </a:xfrm>
        </p:grpSpPr>
        <p:sp>
          <p:nvSpPr>
            <p:cNvPr id="1040" name="Google Shape;1040;p48"/>
            <p:cNvSpPr/>
            <p:nvPr/>
          </p:nvSpPr>
          <p:spPr>
            <a:xfrm>
              <a:off x="3231057" y="5846468"/>
              <a:ext cx="1594326" cy="2294779"/>
            </a:xfrm>
            <a:custGeom>
              <a:avLst/>
              <a:gdLst/>
              <a:ahLst/>
              <a:cxnLst/>
              <a:rect l="l" t="t" r="r" b="b"/>
              <a:pathLst>
                <a:path w="45047" h="64838" extrusionOk="0">
                  <a:moveTo>
                    <a:pt x="7664" y="0"/>
                  </a:moveTo>
                  <a:cubicBezTo>
                    <a:pt x="5622" y="0"/>
                    <a:pt x="3546" y="1052"/>
                    <a:pt x="2736" y="2925"/>
                  </a:cubicBezTo>
                  <a:cubicBezTo>
                    <a:pt x="1763" y="5175"/>
                    <a:pt x="2736" y="7789"/>
                    <a:pt x="3952" y="9916"/>
                  </a:cubicBezTo>
                  <a:cubicBezTo>
                    <a:pt x="5715" y="13108"/>
                    <a:pt x="7934" y="16026"/>
                    <a:pt x="10517" y="18549"/>
                  </a:cubicBezTo>
                  <a:cubicBezTo>
                    <a:pt x="10973" y="19005"/>
                    <a:pt x="11490" y="19521"/>
                    <a:pt x="11612" y="20160"/>
                  </a:cubicBezTo>
                  <a:cubicBezTo>
                    <a:pt x="11794" y="21345"/>
                    <a:pt x="10548" y="22257"/>
                    <a:pt x="9393" y="22470"/>
                  </a:cubicBezTo>
                  <a:cubicBezTo>
                    <a:pt x="9084" y="22520"/>
                    <a:pt x="8773" y="22540"/>
                    <a:pt x="8462" y="22540"/>
                  </a:cubicBezTo>
                  <a:cubicBezTo>
                    <a:pt x="7455" y="22540"/>
                    <a:pt x="6439" y="22334"/>
                    <a:pt x="5441" y="22287"/>
                  </a:cubicBezTo>
                  <a:cubicBezTo>
                    <a:pt x="5342" y="22283"/>
                    <a:pt x="5243" y="22280"/>
                    <a:pt x="5142" y="22280"/>
                  </a:cubicBezTo>
                  <a:cubicBezTo>
                    <a:pt x="3888" y="22280"/>
                    <a:pt x="2563" y="22646"/>
                    <a:pt x="1915" y="23716"/>
                  </a:cubicBezTo>
                  <a:cubicBezTo>
                    <a:pt x="973" y="25327"/>
                    <a:pt x="2098" y="27333"/>
                    <a:pt x="3314" y="28731"/>
                  </a:cubicBezTo>
                  <a:cubicBezTo>
                    <a:pt x="5745" y="31528"/>
                    <a:pt x="8663" y="33868"/>
                    <a:pt x="11885" y="35692"/>
                  </a:cubicBezTo>
                  <a:cubicBezTo>
                    <a:pt x="13040" y="36330"/>
                    <a:pt x="14287" y="36938"/>
                    <a:pt x="15138" y="37971"/>
                  </a:cubicBezTo>
                  <a:cubicBezTo>
                    <a:pt x="15989" y="39005"/>
                    <a:pt x="16353" y="40585"/>
                    <a:pt x="15563" y="41680"/>
                  </a:cubicBezTo>
                  <a:cubicBezTo>
                    <a:pt x="15046" y="42376"/>
                    <a:pt x="14189" y="42682"/>
                    <a:pt x="13301" y="42682"/>
                  </a:cubicBezTo>
                  <a:cubicBezTo>
                    <a:pt x="12833" y="42682"/>
                    <a:pt x="12356" y="42597"/>
                    <a:pt x="11916" y="42440"/>
                  </a:cubicBezTo>
                  <a:cubicBezTo>
                    <a:pt x="10669" y="41984"/>
                    <a:pt x="9636" y="41102"/>
                    <a:pt x="8481" y="40464"/>
                  </a:cubicBezTo>
                  <a:cubicBezTo>
                    <a:pt x="7380" y="39828"/>
                    <a:pt x="6065" y="39438"/>
                    <a:pt x="4804" y="39438"/>
                  </a:cubicBezTo>
                  <a:cubicBezTo>
                    <a:pt x="3592" y="39438"/>
                    <a:pt x="2429" y="39798"/>
                    <a:pt x="1551" y="40646"/>
                  </a:cubicBezTo>
                  <a:cubicBezTo>
                    <a:pt x="396" y="41801"/>
                    <a:pt x="1" y="43595"/>
                    <a:pt x="244" y="45236"/>
                  </a:cubicBezTo>
                  <a:cubicBezTo>
                    <a:pt x="487" y="46877"/>
                    <a:pt x="1277" y="48367"/>
                    <a:pt x="2128" y="49765"/>
                  </a:cubicBezTo>
                  <a:cubicBezTo>
                    <a:pt x="5107" y="54659"/>
                    <a:pt x="9271" y="58884"/>
                    <a:pt x="14287" y="61589"/>
                  </a:cubicBezTo>
                  <a:cubicBezTo>
                    <a:pt x="18084" y="63614"/>
                    <a:pt x="21794" y="64838"/>
                    <a:pt x="25799" y="64838"/>
                  </a:cubicBezTo>
                  <a:cubicBezTo>
                    <a:pt x="27084" y="64838"/>
                    <a:pt x="28400" y="64712"/>
                    <a:pt x="29758" y="64446"/>
                  </a:cubicBezTo>
                  <a:lnTo>
                    <a:pt x="29788" y="64446"/>
                  </a:lnTo>
                  <a:cubicBezTo>
                    <a:pt x="39393" y="59795"/>
                    <a:pt x="43132" y="48914"/>
                    <a:pt x="44378" y="38822"/>
                  </a:cubicBezTo>
                  <a:cubicBezTo>
                    <a:pt x="44591" y="37120"/>
                    <a:pt x="45047" y="35388"/>
                    <a:pt x="44500" y="33777"/>
                  </a:cubicBezTo>
                  <a:cubicBezTo>
                    <a:pt x="44003" y="32390"/>
                    <a:pt x="42673" y="31252"/>
                    <a:pt x="41285" y="31252"/>
                  </a:cubicBezTo>
                  <a:cubicBezTo>
                    <a:pt x="41060" y="31252"/>
                    <a:pt x="40834" y="31282"/>
                    <a:pt x="40609" y="31345"/>
                  </a:cubicBezTo>
                  <a:cubicBezTo>
                    <a:pt x="39272" y="31740"/>
                    <a:pt x="38482" y="33108"/>
                    <a:pt x="37600" y="34202"/>
                  </a:cubicBezTo>
                  <a:cubicBezTo>
                    <a:pt x="36415" y="35631"/>
                    <a:pt x="34834" y="36725"/>
                    <a:pt x="33071" y="37333"/>
                  </a:cubicBezTo>
                  <a:cubicBezTo>
                    <a:pt x="32517" y="37508"/>
                    <a:pt x="31915" y="37634"/>
                    <a:pt x="31330" y="37634"/>
                  </a:cubicBezTo>
                  <a:cubicBezTo>
                    <a:pt x="30695" y="37634"/>
                    <a:pt x="30082" y="37485"/>
                    <a:pt x="29576" y="37090"/>
                  </a:cubicBezTo>
                  <a:cubicBezTo>
                    <a:pt x="28269" y="36057"/>
                    <a:pt x="28390" y="34050"/>
                    <a:pt x="28664" y="32348"/>
                  </a:cubicBezTo>
                  <a:cubicBezTo>
                    <a:pt x="29180" y="29248"/>
                    <a:pt x="29697" y="26148"/>
                    <a:pt x="30214" y="23047"/>
                  </a:cubicBezTo>
                  <a:cubicBezTo>
                    <a:pt x="30487" y="21375"/>
                    <a:pt x="30761" y="19673"/>
                    <a:pt x="30518" y="18002"/>
                  </a:cubicBezTo>
                  <a:cubicBezTo>
                    <a:pt x="30244" y="16330"/>
                    <a:pt x="29332" y="14688"/>
                    <a:pt x="27813" y="13989"/>
                  </a:cubicBezTo>
                  <a:cubicBezTo>
                    <a:pt x="27391" y="13795"/>
                    <a:pt x="26925" y="13702"/>
                    <a:pt x="26459" y="13702"/>
                  </a:cubicBezTo>
                  <a:cubicBezTo>
                    <a:pt x="25244" y="13702"/>
                    <a:pt x="24027" y="14336"/>
                    <a:pt x="23588" y="15479"/>
                  </a:cubicBezTo>
                  <a:cubicBezTo>
                    <a:pt x="23344" y="16117"/>
                    <a:pt x="23375" y="16846"/>
                    <a:pt x="23192" y="17546"/>
                  </a:cubicBezTo>
                  <a:cubicBezTo>
                    <a:pt x="23040" y="18214"/>
                    <a:pt x="22615" y="18944"/>
                    <a:pt x="21916" y="19035"/>
                  </a:cubicBezTo>
                  <a:cubicBezTo>
                    <a:pt x="21866" y="19041"/>
                    <a:pt x="21818" y="19045"/>
                    <a:pt x="21769" y="19045"/>
                  </a:cubicBezTo>
                  <a:cubicBezTo>
                    <a:pt x="21136" y="19045"/>
                    <a:pt x="20609" y="18508"/>
                    <a:pt x="20214" y="17971"/>
                  </a:cubicBezTo>
                  <a:cubicBezTo>
                    <a:pt x="18755" y="15995"/>
                    <a:pt x="17934" y="13655"/>
                    <a:pt x="17174" y="11315"/>
                  </a:cubicBezTo>
                  <a:cubicBezTo>
                    <a:pt x="16414" y="8974"/>
                    <a:pt x="15715" y="6603"/>
                    <a:pt x="14438" y="4506"/>
                  </a:cubicBezTo>
                  <a:cubicBezTo>
                    <a:pt x="13162" y="2439"/>
                    <a:pt x="11247" y="646"/>
                    <a:pt x="8876" y="129"/>
                  </a:cubicBezTo>
                  <a:cubicBezTo>
                    <a:pt x="8480" y="43"/>
                    <a:pt x="8073" y="0"/>
                    <a:pt x="766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8"/>
            <p:cNvSpPr/>
            <p:nvPr/>
          </p:nvSpPr>
          <p:spPr>
            <a:xfrm>
              <a:off x="3426848" y="5882215"/>
              <a:ext cx="826238" cy="2265615"/>
            </a:xfrm>
            <a:custGeom>
              <a:avLst/>
              <a:gdLst/>
              <a:ahLst/>
              <a:cxnLst/>
              <a:rect l="l" t="t" r="r" b="b"/>
              <a:pathLst>
                <a:path w="23345" h="64014" extrusionOk="0">
                  <a:moveTo>
                    <a:pt x="1" y="0"/>
                  </a:moveTo>
                  <a:lnTo>
                    <a:pt x="1" y="0"/>
                  </a:lnTo>
                  <a:cubicBezTo>
                    <a:pt x="31" y="61"/>
                    <a:pt x="61" y="122"/>
                    <a:pt x="122" y="183"/>
                  </a:cubicBezTo>
                  <a:lnTo>
                    <a:pt x="548" y="700"/>
                  </a:lnTo>
                  <a:cubicBezTo>
                    <a:pt x="943" y="1155"/>
                    <a:pt x="1490" y="1855"/>
                    <a:pt x="2159" y="2736"/>
                  </a:cubicBezTo>
                  <a:cubicBezTo>
                    <a:pt x="4134" y="5228"/>
                    <a:pt x="5897" y="7873"/>
                    <a:pt x="7448" y="10608"/>
                  </a:cubicBezTo>
                  <a:cubicBezTo>
                    <a:pt x="8451" y="12371"/>
                    <a:pt x="9454" y="14317"/>
                    <a:pt x="10487" y="16444"/>
                  </a:cubicBezTo>
                  <a:cubicBezTo>
                    <a:pt x="11521" y="18572"/>
                    <a:pt x="12645" y="20852"/>
                    <a:pt x="13709" y="23283"/>
                  </a:cubicBezTo>
                  <a:cubicBezTo>
                    <a:pt x="14834" y="25806"/>
                    <a:pt x="15837" y="28420"/>
                    <a:pt x="16688" y="31065"/>
                  </a:cubicBezTo>
                  <a:cubicBezTo>
                    <a:pt x="17144" y="32463"/>
                    <a:pt x="17478" y="33861"/>
                    <a:pt x="17873" y="35320"/>
                  </a:cubicBezTo>
                  <a:cubicBezTo>
                    <a:pt x="18238" y="36779"/>
                    <a:pt x="18603" y="38268"/>
                    <a:pt x="18967" y="39758"/>
                  </a:cubicBezTo>
                  <a:cubicBezTo>
                    <a:pt x="20426" y="45351"/>
                    <a:pt x="21582" y="51035"/>
                    <a:pt x="22402" y="56779"/>
                  </a:cubicBezTo>
                  <a:cubicBezTo>
                    <a:pt x="23071" y="62068"/>
                    <a:pt x="22919" y="59940"/>
                    <a:pt x="22676" y="64013"/>
                  </a:cubicBezTo>
                  <a:lnTo>
                    <a:pt x="22919" y="63983"/>
                  </a:lnTo>
                  <a:cubicBezTo>
                    <a:pt x="23162" y="59940"/>
                    <a:pt x="23344" y="62038"/>
                    <a:pt x="22676" y="56719"/>
                  </a:cubicBezTo>
                  <a:cubicBezTo>
                    <a:pt x="21885" y="50974"/>
                    <a:pt x="20730" y="45290"/>
                    <a:pt x="19302" y="39697"/>
                  </a:cubicBezTo>
                  <a:cubicBezTo>
                    <a:pt x="18907" y="38177"/>
                    <a:pt x="18542" y="36718"/>
                    <a:pt x="18177" y="35259"/>
                  </a:cubicBezTo>
                  <a:cubicBezTo>
                    <a:pt x="17812" y="33800"/>
                    <a:pt x="17448" y="32372"/>
                    <a:pt x="16992" y="30973"/>
                  </a:cubicBezTo>
                  <a:cubicBezTo>
                    <a:pt x="16141" y="28329"/>
                    <a:pt x="15138" y="25715"/>
                    <a:pt x="13983" y="23162"/>
                  </a:cubicBezTo>
                  <a:cubicBezTo>
                    <a:pt x="12919" y="20730"/>
                    <a:pt x="11794" y="18451"/>
                    <a:pt x="10730" y="16323"/>
                  </a:cubicBezTo>
                  <a:cubicBezTo>
                    <a:pt x="9697" y="14195"/>
                    <a:pt x="8663" y="12250"/>
                    <a:pt x="7630" y="10517"/>
                  </a:cubicBezTo>
                  <a:cubicBezTo>
                    <a:pt x="6049" y="7751"/>
                    <a:pt x="4256" y="5137"/>
                    <a:pt x="2280" y="2645"/>
                  </a:cubicBezTo>
                  <a:cubicBezTo>
                    <a:pt x="1551" y="1794"/>
                    <a:pt x="1004" y="1125"/>
                    <a:pt x="608" y="669"/>
                  </a:cubicBezTo>
                  <a:lnTo>
                    <a:pt x="153" y="183"/>
                  </a:lnTo>
                  <a:cubicBezTo>
                    <a:pt x="92" y="122"/>
                    <a:pt x="61" y="6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8"/>
            <p:cNvSpPr/>
            <p:nvPr/>
          </p:nvSpPr>
          <p:spPr>
            <a:xfrm>
              <a:off x="4026043" y="6341574"/>
              <a:ext cx="189385" cy="635826"/>
            </a:xfrm>
            <a:custGeom>
              <a:avLst/>
              <a:gdLst/>
              <a:ahLst/>
              <a:cxnLst/>
              <a:rect l="l" t="t" r="r" b="b"/>
              <a:pathLst>
                <a:path w="5351" h="17965" extrusionOk="0">
                  <a:moveTo>
                    <a:pt x="5351" y="0"/>
                  </a:moveTo>
                  <a:lnTo>
                    <a:pt x="5351" y="0"/>
                  </a:lnTo>
                  <a:cubicBezTo>
                    <a:pt x="5229" y="213"/>
                    <a:pt x="5107" y="456"/>
                    <a:pt x="5016" y="669"/>
                  </a:cubicBezTo>
                  <a:cubicBezTo>
                    <a:pt x="4834" y="1125"/>
                    <a:pt x="4591" y="1763"/>
                    <a:pt x="4287" y="2554"/>
                  </a:cubicBezTo>
                  <a:cubicBezTo>
                    <a:pt x="3709" y="4165"/>
                    <a:pt x="3041" y="6414"/>
                    <a:pt x="2372" y="8906"/>
                  </a:cubicBezTo>
                  <a:cubicBezTo>
                    <a:pt x="1703" y="11429"/>
                    <a:pt x="1126" y="13618"/>
                    <a:pt x="670" y="15320"/>
                  </a:cubicBezTo>
                  <a:lnTo>
                    <a:pt x="153" y="17265"/>
                  </a:lnTo>
                  <a:cubicBezTo>
                    <a:pt x="62" y="17478"/>
                    <a:pt x="1" y="17721"/>
                    <a:pt x="1" y="17964"/>
                  </a:cubicBezTo>
                  <a:cubicBezTo>
                    <a:pt x="92" y="17751"/>
                    <a:pt x="183" y="17508"/>
                    <a:pt x="275" y="17265"/>
                  </a:cubicBezTo>
                  <a:cubicBezTo>
                    <a:pt x="427" y="16839"/>
                    <a:pt x="639" y="16171"/>
                    <a:pt x="882" y="15380"/>
                  </a:cubicBezTo>
                  <a:cubicBezTo>
                    <a:pt x="1399" y="13770"/>
                    <a:pt x="2007" y="11490"/>
                    <a:pt x="2676" y="8997"/>
                  </a:cubicBezTo>
                  <a:cubicBezTo>
                    <a:pt x="3344" y="6475"/>
                    <a:pt x="3983" y="4225"/>
                    <a:pt x="4500" y="2614"/>
                  </a:cubicBezTo>
                  <a:cubicBezTo>
                    <a:pt x="4773" y="1824"/>
                    <a:pt x="4986" y="1155"/>
                    <a:pt x="5138" y="730"/>
                  </a:cubicBezTo>
                  <a:cubicBezTo>
                    <a:pt x="5229" y="487"/>
                    <a:pt x="5290" y="243"/>
                    <a:pt x="535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8"/>
            <p:cNvSpPr/>
            <p:nvPr/>
          </p:nvSpPr>
          <p:spPr>
            <a:xfrm>
              <a:off x="3288074" y="6714859"/>
              <a:ext cx="736943" cy="262542"/>
            </a:xfrm>
            <a:custGeom>
              <a:avLst/>
              <a:gdLst/>
              <a:ahLst/>
              <a:cxnLst/>
              <a:rect l="l" t="t" r="r" b="b"/>
              <a:pathLst>
                <a:path w="20822" h="7418" extrusionOk="0">
                  <a:moveTo>
                    <a:pt x="1" y="1"/>
                  </a:moveTo>
                  <a:lnTo>
                    <a:pt x="1" y="1"/>
                  </a:lnTo>
                  <a:cubicBezTo>
                    <a:pt x="274" y="92"/>
                    <a:pt x="578" y="183"/>
                    <a:pt x="852" y="244"/>
                  </a:cubicBezTo>
                  <a:cubicBezTo>
                    <a:pt x="1399" y="365"/>
                    <a:pt x="2189" y="578"/>
                    <a:pt x="3131" y="852"/>
                  </a:cubicBezTo>
                  <a:cubicBezTo>
                    <a:pt x="5046" y="1368"/>
                    <a:pt x="7691" y="2189"/>
                    <a:pt x="10578" y="3223"/>
                  </a:cubicBezTo>
                  <a:cubicBezTo>
                    <a:pt x="13466" y="4256"/>
                    <a:pt x="16019" y="5289"/>
                    <a:pt x="17843" y="6110"/>
                  </a:cubicBezTo>
                  <a:cubicBezTo>
                    <a:pt x="18785" y="6505"/>
                    <a:pt x="19515" y="6840"/>
                    <a:pt x="20031" y="7083"/>
                  </a:cubicBezTo>
                  <a:cubicBezTo>
                    <a:pt x="20274" y="7235"/>
                    <a:pt x="20548" y="7326"/>
                    <a:pt x="20822" y="7417"/>
                  </a:cubicBezTo>
                  <a:cubicBezTo>
                    <a:pt x="20578" y="7265"/>
                    <a:pt x="20335" y="7113"/>
                    <a:pt x="20062" y="6992"/>
                  </a:cubicBezTo>
                  <a:cubicBezTo>
                    <a:pt x="19575" y="6718"/>
                    <a:pt x="18846" y="6323"/>
                    <a:pt x="17934" y="5897"/>
                  </a:cubicBezTo>
                  <a:cubicBezTo>
                    <a:pt x="16110" y="5046"/>
                    <a:pt x="13557" y="3952"/>
                    <a:pt x="10669" y="2919"/>
                  </a:cubicBezTo>
                  <a:cubicBezTo>
                    <a:pt x="8207" y="2037"/>
                    <a:pt x="5715" y="1277"/>
                    <a:pt x="3192" y="639"/>
                  </a:cubicBezTo>
                  <a:cubicBezTo>
                    <a:pt x="2219" y="396"/>
                    <a:pt x="1399" y="244"/>
                    <a:pt x="852" y="122"/>
                  </a:cubicBezTo>
                  <a:cubicBezTo>
                    <a:pt x="578" y="61"/>
                    <a:pt x="304" y="31"/>
                    <a:pt x="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8"/>
            <p:cNvSpPr/>
            <p:nvPr/>
          </p:nvSpPr>
          <p:spPr>
            <a:xfrm>
              <a:off x="4221834" y="6964446"/>
              <a:ext cx="536869" cy="910118"/>
            </a:xfrm>
            <a:custGeom>
              <a:avLst/>
              <a:gdLst/>
              <a:ahLst/>
              <a:cxnLst/>
              <a:rect l="l" t="t" r="r" b="b"/>
              <a:pathLst>
                <a:path w="15169" h="25715" extrusionOk="0">
                  <a:moveTo>
                    <a:pt x="15168" y="0"/>
                  </a:moveTo>
                  <a:lnTo>
                    <a:pt x="15168" y="0"/>
                  </a:lnTo>
                  <a:cubicBezTo>
                    <a:pt x="15168" y="0"/>
                    <a:pt x="15108" y="92"/>
                    <a:pt x="14986" y="244"/>
                  </a:cubicBezTo>
                  <a:cubicBezTo>
                    <a:pt x="14864" y="395"/>
                    <a:pt x="14682" y="669"/>
                    <a:pt x="14500" y="973"/>
                  </a:cubicBezTo>
                  <a:cubicBezTo>
                    <a:pt x="14074" y="1581"/>
                    <a:pt x="13497" y="2523"/>
                    <a:pt x="12767" y="3648"/>
                  </a:cubicBezTo>
                  <a:cubicBezTo>
                    <a:pt x="11339" y="5927"/>
                    <a:pt x="9484" y="9180"/>
                    <a:pt x="7448" y="12766"/>
                  </a:cubicBezTo>
                  <a:cubicBezTo>
                    <a:pt x="5442" y="16353"/>
                    <a:pt x="3588" y="19605"/>
                    <a:pt x="2220" y="21916"/>
                  </a:cubicBezTo>
                  <a:cubicBezTo>
                    <a:pt x="1551" y="23071"/>
                    <a:pt x="1004" y="23982"/>
                    <a:pt x="579" y="24682"/>
                  </a:cubicBezTo>
                  <a:cubicBezTo>
                    <a:pt x="396" y="24955"/>
                    <a:pt x="275" y="25229"/>
                    <a:pt x="153" y="25441"/>
                  </a:cubicBezTo>
                  <a:cubicBezTo>
                    <a:pt x="92" y="25533"/>
                    <a:pt x="31" y="25624"/>
                    <a:pt x="1" y="25715"/>
                  </a:cubicBezTo>
                  <a:cubicBezTo>
                    <a:pt x="92" y="25654"/>
                    <a:pt x="153" y="25563"/>
                    <a:pt x="183" y="25472"/>
                  </a:cubicBezTo>
                  <a:lnTo>
                    <a:pt x="700" y="24742"/>
                  </a:lnTo>
                  <a:cubicBezTo>
                    <a:pt x="1126" y="24134"/>
                    <a:pt x="1703" y="23223"/>
                    <a:pt x="2402" y="22068"/>
                  </a:cubicBezTo>
                  <a:cubicBezTo>
                    <a:pt x="3831" y="19788"/>
                    <a:pt x="5715" y="16536"/>
                    <a:pt x="7721" y="12949"/>
                  </a:cubicBezTo>
                  <a:cubicBezTo>
                    <a:pt x="9758" y="9362"/>
                    <a:pt x="11582" y="6110"/>
                    <a:pt x="12950" y="3800"/>
                  </a:cubicBezTo>
                  <a:lnTo>
                    <a:pt x="14591" y="1034"/>
                  </a:lnTo>
                  <a:lnTo>
                    <a:pt x="15047" y="274"/>
                  </a:lnTo>
                  <a:cubicBezTo>
                    <a:pt x="15108" y="183"/>
                    <a:pt x="15138" y="92"/>
                    <a:pt x="15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8"/>
            <p:cNvSpPr/>
            <p:nvPr/>
          </p:nvSpPr>
          <p:spPr>
            <a:xfrm>
              <a:off x="3264397" y="7388307"/>
              <a:ext cx="957473" cy="486258"/>
            </a:xfrm>
            <a:custGeom>
              <a:avLst/>
              <a:gdLst/>
              <a:ahLst/>
              <a:cxnLst/>
              <a:rect l="l" t="t" r="r" b="b"/>
              <a:pathLst>
                <a:path w="27053" h="13739" extrusionOk="0">
                  <a:moveTo>
                    <a:pt x="1" y="0"/>
                  </a:moveTo>
                  <a:lnTo>
                    <a:pt x="1" y="0"/>
                  </a:lnTo>
                  <a:cubicBezTo>
                    <a:pt x="92" y="61"/>
                    <a:pt x="183" y="122"/>
                    <a:pt x="274" y="152"/>
                  </a:cubicBezTo>
                  <a:lnTo>
                    <a:pt x="1034" y="578"/>
                  </a:lnTo>
                  <a:lnTo>
                    <a:pt x="3952" y="2067"/>
                  </a:lnTo>
                  <a:cubicBezTo>
                    <a:pt x="6384" y="3313"/>
                    <a:pt x="9758" y="5076"/>
                    <a:pt x="13436" y="7022"/>
                  </a:cubicBezTo>
                  <a:cubicBezTo>
                    <a:pt x="17144" y="8937"/>
                    <a:pt x="20518" y="10699"/>
                    <a:pt x="23010" y="11885"/>
                  </a:cubicBezTo>
                  <a:cubicBezTo>
                    <a:pt x="24226" y="12493"/>
                    <a:pt x="25229" y="12949"/>
                    <a:pt x="25928" y="13283"/>
                  </a:cubicBezTo>
                  <a:lnTo>
                    <a:pt x="26749" y="13617"/>
                  </a:lnTo>
                  <a:cubicBezTo>
                    <a:pt x="26840" y="13678"/>
                    <a:pt x="26931" y="13709"/>
                    <a:pt x="27053" y="13739"/>
                  </a:cubicBezTo>
                  <a:cubicBezTo>
                    <a:pt x="27053" y="13739"/>
                    <a:pt x="26962" y="13678"/>
                    <a:pt x="26779" y="13587"/>
                  </a:cubicBezTo>
                  <a:lnTo>
                    <a:pt x="26020" y="13161"/>
                  </a:lnTo>
                  <a:lnTo>
                    <a:pt x="23132" y="11703"/>
                  </a:lnTo>
                  <a:cubicBezTo>
                    <a:pt x="20670" y="10456"/>
                    <a:pt x="17326" y="8693"/>
                    <a:pt x="13618" y="6718"/>
                  </a:cubicBezTo>
                  <a:cubicBezTo>
                    <a:pt x="9940" y="4772"/>
                    <a:pt x="6536" y="3040"/>
                    <a:pt x="4074" y="1854"/>
                  </a:cubicBezTo>
                  <a:cubicBezTo>
                    <a:pt x="2828" y="1246"/>
                    <a:pt x="1825" y="790"/>
                    <a:pt x="1125" y="456"/>
                  </a:cubicBezTo>
                  <a:lnTo>
                    <a:pt x="335" y="122"/>
                  </a:lnTo>
                  <a:cubicBezTo>
                    <a:pt x="214" y="61"/>
                    <a:pt x="122" y="31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8"/>
            <p:cNvSpPr/>
            <p:nvPr/>
          </p:nvSpPr>
          <p:spPr>
            <a:xfrm>
              <a:off x="4002401" y="6360650"/>
              <a:ext cx="930575" cy="1788241"/>
            </a:xfrm>
            <a:custGeom>
              <a:avLst/>
              <a:gdLst/>
              <a:ahLst/>
              <a:cxnLst/>
              <a:rect l="l" t="t" r="r" b="b"/>
              <a:pathLst>
                <a:path w="26293" h="50526" extrusionOk="0">
                  <a:moveTo>
                    <a:pt x="19392" y="1"/>
                  </a:moveTo>
                  <a:cubicBezTo>
                    <a:pt x="18616" y="1"/>
                    <a:pt x="16692" y="529"/>
                    <a:pt x="15806" y="5510"/>
                  </a:cubicBezTo>
                  <a:cubicBezTo>
                    <a:pt x="14681" y="11863"/>
                    <a:pt x="14590" y="15328"/>
                    <a:pt x="14590" y="15328"/>
                  </a:cubicBezTo>
                  <a:cubicBezTo>
                    <a:pt x="14590" y="15328"/>
                    <a:pt x="14309" y="16324"/>
                    <a:pt x="13618" y="16324"/>
                  </a:cubicBezTo>
                  <a:cubicBezTo>
                    <a:pt x="13490" y="16324"/>
                    <a:pt x="13348" y="16290"/>
                    <a:pt x="13192" y="16209"/>
                  </a:cubicBezTo>
                  <a:cubicBezTo>
                    <a:pt x="12344" y="15785"/>
                    <a:pt x="11065" y="14480"/>
                    <a:pt x="9928" y="14480"/>
                  </a:cubicBezTo>
                  <a:cubicBezTo>
                    <a:pt x="9680" y="14480"/>
                    <a:pt x="9439" y="14542"/>
                    <a:pt x="9210" y="14689"/>
                  </a:cubicBezTo>
                  <a:cubicBezTo>
                    <a:pt x="7934" y="15510"/>
                    <a:pt x="7964" y="17182"/>
                    <a:pt x="8906" y="19401"/>
                  </a:cubicBezTo>
                  <a:cubicBezTo>
                    <a:pt x="9879" y="21589"/>
                    <a:pt x="11824" y="26513"/>
                    <a:pt x="11976" y="26939"/>
                  </a:cubicBezTo>
                  <a:cubicBezTo>
                    <a:pt x="12136" y="27312"/>
                    <a:pt x="12109" y="27919"/>
                    <a:pt x="11587" y="27919"/>
                  </a:cubicBezTo>
                  <a:cubicBezTo>
                    <a:pt x="11514" y="27919"/>
                    <a:pt x="11431" y="27907"/>
                    <a:pt x="11338" y="27881"/>
                  </a:cubicBezTo>
                  <a:cubicBezTo>
                    <a:pt x="10796" y="27708"/>
                    <a:pt x="8219" y="26193"/>
                    <a:pt x="6341" y="26193"/>
                  </a:cubicBezTo>
                  <a:cubicBezTo>
                    <a:pt x="5583" y="26193"/>
                    <a:pt x="4940" y="26439"/>
                    <a:pt x="4590" y="27121"/>
                  </a:cubicBezTo>
                  <a:cubicBezTo>
                    <a:pt x="3344" y="29462"/>
                    <a:pt x="7052" y="35146"/>
                    <a:pt x="7417" y="35784"/>
                  </a:cubicBezTo>
                  <a:cubicBezTo>
                    <a:pt x="7812" y="36422"/>
                    <a:pt x="7782" y="36726"/>
                    <a:pt x="7508" y="37000"/>
                  </a:cubicBezTo>
                  <a:cubicBezTo>
                    <a:pt x="7477" y="37034"/>
                    <a:pt x="7431" y="37050"/>
                    <a:pt x="7371" y="37050"/>
                  </a:cubicBezTo>
                  <a:cubicBezTo>
                    <a:pt x="6895" y="37050"/>
                    <a:pt x="5558" y="36064"/>
                    <a:pt x="4316" y="35389"/>
                  </a:cubicBezTo>
                  <a:cubicBezTo>
                    <a:pt x="3520" y="34956"/>
                    <a:pt x="2615" y="34563"/>
                    <a:pt x="1871" y="34563"/>
                  </a:cubicBezTo>
                  <a:cubicBezTo>
                    <a:pt x="1309" y="34563"/>
                    <a:pt x="839" y="34787"/>
                    <a:pt x="578" y="35389"/>
                  </a:cubicBezTo>
                  <a:cubicBezTo>
                    <a:pt x="0" y="36817"/>
                    <a:pt x="1125" y="41590"/>
                    <a:pt x="7903" y="47821"/>
                  </a:cubicBezTo>
                  <a:lnTo>
                    <a:pt x="11216" y="50526"/>
                  </a:lnTo>
                  <a:lnTo>
                    <a:pt x="15229" y="49067"/>
                  </a:lnTo>
                  <a:cubicBezTo>
                    <a:pt x="23679" y="45359"/>
                    <a:pt x="26293" y="41225"/>
                    <a:pt x="26201" y="39705"/>
                  </a:cubicBezTo>
                  <a:cubicBezTo>
                    <a:pt x="26117" y="38629"/>
                    <a:pt x="25197" y="38314"/>
                    <a:pt x="24124" y="38314"/>
                  </a:cubicBezTo>
                  <a:cubicBezTo>
                    <a:pt x="23651" y="38314"/>
                    <a:pt x="23149" y="38375"/>
                    <a:pt x="22675" y="38459"/>
                  </a:cubicBezTo>
                  <a:cubicBezTo>
                    <a:pt x="21433" y="38674"/>
                    <a:pt x="20059" y="39077"/>
                    <a:pt x="19439" y="39077"/>
                  </a:cubicBezTo>
                  <a:cubicBezTo>
                    <a:pt x="19271" y="39077"/>
                    <a:pt x="19158" y="39047"/>
                    <a:pt x="19119" y="38976"/>
                  </a:cubicBezTo>
                  <a:cubicBezTo>
                    <a:pt x="18967" y="38611"/>
                    <a:pt x="19028" y="38276"/>
                    <a:pt x="19605" y="37821"/>
                  </a:cubicBezTo>
                  <a:cubicBezTo>
                    <a:pt x="20183" y="37365"/>
                    <a:pt x="25502" y="33170"/>
                    <a:pt x="25107" y="30556"/>
                  </a:cubicBezTo>
                  <a:cubicBezTo>
                    <a:pt x="24896" y="29158"/>
                    <a:pt x="23242" y="28838"/>
                    <a:pt x="21628" y="28838"/>
                  </a:cubicBezTo>
                  <a:cubicBezTo>
                    <a:pt x="20263" y="28838"/>
                    <a:pt x="18927" y="29067"/>
                    <a:pt x="18515" y="29067"/>
                  </a:cubicBezTo>
                  <a:cubicBezTo>
                    <a:pt x="18502" y="29067"/>
                    <a:pt x="18491" y="29067"/>
                    <a:pt x="18481" y="29067"/>
                  </a:cubicBezTo>
                  <a:cubicBezTo>
                    <a:pt x="17691" y="29067"/>
                    <a:pt x="17873" y="28368"/>
                    <a:pt x="18177" y="28003"/>
                  </a:cubicBezTo>
                  <a:cubicBezTo>
                    <a:pt x="18481" y="27638"/>
                    <a:pt x="21885" y="23626"/>
                    <a:pt x="23527" y="21863"/>
                  </a:cubicBezTo>
                  <a:cubicBezTo>
                    <a:pt x="25168" y="20100"/>
                    <a:pt x="25685" y="18459"/>
                    <a:pt x="24803" y="17304"/>
                  </a:cubicBezTo>
                  <a:cubicBezTo>
                    <a:pt x="24500" y="16920"/>
                    <a:pt x="24054" y="16788"/>
                    <a:pt x="23551" y="16788"/>
                  </a:cubicBezTo>
                  <a:cubicBezTo>
                    <a:pt x="22539" y="16788"/>
                    <a:pt x="21299" y="17324"/>
                    <a:pt x="20548" y="17425"/>
                  </a:cubicBezTo>
                  <a:cubicBezTo>
                    <a:pt x="20491" y="17433"/>
                    <a:pt x="20437" y="17436"/>
                    <a:pt x="20386" y="17436"/>
                  </a:cubicBezTo>
                  <a:cubicBezTo>
                    <a:pt x="19429" y="17436"/>
                    <a:pt x="19484" y="16148"/>
                    <a:pt x="19484" y="16148"/>
                  </a:cubicBezTo>
                  <a:cubicBezTo>
                    <a:pt x="19484" y="16148"/>
                    <a:pt x="20548" y="12835"/>
                    <a:pt x="21551" y="6483"/>
                  </a:cubicBezTo>
                  <a:cubicBezTo>
                    <a:pt x="22554" y="130"/>
                    <a:pt x="19697" y="8"/>
                    <a:pt x="19697" y="8"/>
                  </a:cubicBezTo>
                  <a:lnTo>
                    <a:pt x="19697" y="8"/>
                  </a:lnTo>
                  <a:lnTo>
                    <a:pt x="19727" y="39"/>
                  </a:lnTo>
                  <a:cubicBezTo>
                    <a:pt x="19727" y="39"/>
                    <a:pt x="19601" y="1"/>
                    <a:pt x="1939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8"/>
            <p:cNvSpPr/>
            <p:nvPr/>
          </p:nvSpPr>
          <p:spPr>
            <a:xfrm>
              <a:off x="4399363" y="6562105"/>
              <a:ext cx="267886" cy="1586787"/>
            </a:xfrm>
            <a:custGeom>
              <a:avLst/>
              <a:gdLst/>
              <a:ahLst/>
              <a:cxnLst/>
              <a:rect l="l" t="t" r="r" b="b"/>
              <a:pathLst>
                <a:path w="7569" h="44834" extrusionOk="0">
                  <a:moveTo>
                    <a:pt x="7569" y="0"/>
                  </a:moveTo>
                  <a:cubicBezTo>
                    <a:pt x="7569" y="31"/>
                    <a:pt x="7538" y="61"/>
                    <a:pt x="7538" y="122"/>
                  </a:cubicBezTo>
                  <a:cubicBezTo>
                    <a:pt x="7538" y="183"/>
                    <a:pt x="7508" y="304"/>
                    <a:pt x="7478" y="456"/>
                  </a:cubicBezTo>
                  <a:cubicBezTo>
                    <a:pt x="7417" y="760"/>
                    <a:pt x="7326" y="1186"/>
                    <a:pt x="7234" y="1763"/>
                  </a:cubicBezTo>
                  <a:cubicBezTo>
                    <a:pt x="7022" y="2888"/>
                    <a:pt x="6748" y="4529"/>
                    <a:pt x="6353" y="6535"/>
                  </a:cubicBezTo>
                  <a:cubicBezTo>
                    <a:pt x="5654" y="10608"/>
                    <a:pt x="4712" y="16201"/>
                    <a:pt x="3709" y="22402"/>
                  </a:cubicBezTo>
                  <a:cubicBezTo>
                    <a:pt x="2705" y="28603"/>
                    <a:pt x="1763" y="34195"/>
                    <a:pt x="1095" y="38268"/>
                  </a:cubicBezTo>
                  <a:lnTo>
                    <a:pt x="274" y="43071"/>
                  </a:lnTo>
                  <a:cubicBezTo>
                    <a:pt x="183" y="43618"/>
                    <a:pt x="122" y="44074"/>
                    <a:pt x="61" y="44378"/>
                  </a:cubicBezTo>
                  <a:cubicBezTo>
                    <a:pt x="31" y="44500"/>
                    <a:pt x="0" y="44621"/>
                    <a:pt x="0" y="44712"/>
                  </a:cubicBezTo>
                  <a:cubicBezTo>
                    <a:pt x="0" y="44743"/>
                    <a:pt x="0" y="44773"/>
                    <a:pt x="0" y="44834"/>
                  </a:cubicBezTo>
                  <a:cubicBezTo>
                    <a:pt x="31" y="44773"/>
                    <a:pt x="31" y="44743"/>
                    <a:pt x="31" y="44712"/>
                  </a:cubicBezTo>
                  <a:cubicBezTo>
                    <a:pt x="61" y="44621"/>
                    <a:pt x="91" y="44530"/>
                    <a:pt x="122" y="44378"/>
                  </a:cubicBezTo>
                  <a:cubicBezTo>
                    <a:pt x="183" y="44074"/>
                    <a:pt x="243" y="43618"/>
                    <a:pt x="365" y="43071"/>
                  </a:cubicBezTo>
                  <a:cubicBezTo>
                    <a:pt x="547" y="41916"/>
                    <a:pt x="851" y="40305"/>
                    <a:pt x="1216" y="38268"/>
                  </a:cubicBezTo>
                  <a:cubicBezTo>
                    <a:pt x="1915" y="34226"/>
                    <a:pt x="2857" y="28603"/>
                    <a:pt x="3891" y="22432"/>
                  </a:cubicBezTo>
                  <a:cubicBezTo>
                    <a:pt x="4894" y="16232"/>
                    <a:pt x="5836" y="10639"/>
                    <a:pt x="6505" y="6566"/>
                  </a:cubicBezTo>
                  <a:lnTo>
                    <a:pt x="7326" y="1763"/>
                  </a:lnTo>
                  <a:cubicBezTo>
                    <a:pt x="7417" y="1216"/>
                    <a:pt x="7478" y="760"/>
                    <a:pt x="7538" y="456"/>
                  </a:cubicBezTo>
                  <a:cubicBezTo>
                    <a:pt x="7538" y="304"/>
                    <a:pt x="7569" y="183"/>
                    <a:pt x="7569" y="122"/>
                  </a:cubicBezTo>
                  <a:lnTo>
                    <a:pt x="7569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8"/>
            <p:cNvSpPr/>
            <p:nvPr/>
          </p:nvSpPr>
          <p:spPr>
            <a:xfrm>
              <a:off x="4278852" y="7420585"/>
              <a:ext cx="222725" cy="175370"/>
            </a:xfrm>
            <a:custGeom>
              <a:avLst/>
              <a:gdLst/>
              <a:ahLst/>
              <a:cxnLst/>
              <a:rect l="l" t="t" r="r" b="b"/>
              <a:pathLst>
                <a:path w="6293" h="4955" extrusionOk="0">
                  <a:moveTo>
                    <a:pt x="1" y="0"/>
                  </a:moveTo>
                  <a:cubicBezTo>
                    <a:pt x="62" y="91"/>
                    <a:pt x="123" y="182"/>
                    <a:pt x="214" y="243"/>
                  </a:cubicBezTo>
                  <a:cubicBezTo>
                    <a:pt x="366" y="395"/>
                    <a:pt x="578" y="608"/>
                    <a:pt x="852" y="851"/>
                  </a:cubicBezTo>
                  <a:cubicBezTo>
                    <a:pt x="1369" y="1337"/>
                    <a:pt x="2129" y="1976"/>
                    <a:pt x="3010" y="2675"/>
                  </a:cubicBezTo>
                  <a:cubicBezTo>
                    <a:pt x="3861" y="3374"/>
                    <a:pt x="4682" y="3951"/>
                    <a:pt x="5290" y="4347"/>
                  </a:cubicBezTo>
                  <a:cubicBezTo>
                    <a:pt x="5594" y="4559"/>
                    <a:pt x="5837" y="4711"/>
                    <a:pt x="6019" y="4803"/>
                  </a:cubicBezTo>
                  <a:cubicBezTo>
                    <a:pt x="6080" y="4863"/>
                    <a:pt x="6171" y="4924"/>
                    <a:pt x="6293" y="4955"/>
                  </a:cubicBezTo>
                  <a:cubicBezTo>
                    <a:pt x="5989" y="4711"/>
                    <a:pt x="5685" y="4468"/>
                    <a:pt x="5351" y="4255"/>
                  </a:cubicBezTo>
                  <a:cubicBezTo>
                    <a:pt x="4773" y="3830"/>
                    <a:pt x="3952" y="3222"/>
                    <a:pt x="3101" y="2553"/>
                  </a:cubicBezTo>
                  <a:cubicBezTo>
                    <a:pt x="2250" y="1854"/>
                    <a:pt x="1460" y="1216"/>
                    <a:pt x="913" y="760"/>
                  </a:cubicBezTo>
                  <a:cubicBezTo>
                    <a:pt x="639" y="486"/>
                    <a:pt x="335" y="243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8"/>
            <p:cNvSpPr/>
            <p:nvPr/>
          </p:nvSpPr>
          <p:spPr>
            <a:xfrm>
              <a:off x="4500480" y="7485106"/>
              <a:ext cx="239926" cy="106531"/>
            </a:xfrm>
            <a:custGeom>
              <a:avLst/>
              <a:gdLst/>
              <a:ahLst/>
              <a:cxnLst/>
              <a:rect l="l" t="t" r="r" b="b"/>
              <a:pathLst>
                <a:path w="6779" h="3010" extrusionOk="0">
                  <a:moveTo>
                    <a:pt x="6779" y="1"/>
                  </a:moveTo>
                  <a:lnTo>
                    <a:pt x="6779" y="1"/>
                  </a:lnTo>
                  <a:cubicBezTo>
                    <a:pt x="6414" y="92"/>
                    <a:pt x="6080" y="214"/>
                    <a:pt x="5745" y="366"/>
                  </a:cubicBezTo>
                  <a:cubicBezTo>
                    <a:pt x="5137" y="639"/>
                    <a:pt x="4286" y="1004"/>
                    <a:pt x="3344" y="1429"/>
                  </a:cubicBezTo>
                  <a:cubicBezTo>
                    <a:pt x="2432" y="1855"/>
                    <a:pt x="1581" y="2220"/>
                    <a:pt x="973" y="2524"/>
                  </a:cubicBezTo>
                  <a:cubicBezTo>
                    <a:pt x="639" y="2645"/>
                    <a:pt x="304" y="2828"/>
                    <a:pt x="0" y="3010"/>
                  </a:cubicBezTo>
                  <a:cubicBezTo>
                    <a:pt x="365" y="2919"/>
                    <a:pt x="700" y="2767"/>
                    <a:pt x="1034" y="2615"/>
                  </a:cubicBezTo>
                  <a:cubicBezTo>
                    <a:pt x="1642" y="2372"/>
                    <a:pt x="2493" y="2007"/>
                    <a:pt x="3435" y="1581"/>
                  </a:cubicBezTo>
                  <a:cubicBezTo>
                    <a:pt x="4347" y="1156"/>
                    <a:pt x="5198" y="791"/>
                    <a:pt x="5806" y="487"/>
                  </a:cubicBezTo>
                  <a:cubicBezTo>
                    <a:pt x="6140" y="335"/>
                    <a:pt x="6444" y="183"/>
                    <a:pt x="677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8"/>
            <p:cNvSpPr/>
            <p:nvPr/>
          </p:nvSpPr>
          <p:spPr>
            <a:xfrm>
              <a:off x="4435924" y="7833651"/>
              <a:ext cx="307702" cy="134527"/>
            </a:xfrm>
            <a:custGeom>
              <a:avLst/>
              <a:gdLst/>
              <a:ahLst/>
              <a:cxnLst/>
              <a:rect l="l" t="t" r="r" b="b"/>
              <a:pathLst>
                <a:path w="8694" h="3801" extrusionOk="0">
                  <a:moveTo>
                    <a:pt x="8694" y="1"/>
                  </a:moveTo>
                  <a:lnTo>
                    <a:pt x="8694" y="1"/>
                  </a:lnTo>
                  <a:cubicBezTo>
                    <a:pt x="8572" y="31"/>
                    <a:pt x="8451" y="62"/>
                    <a:pt x="8360" y="123"/>
                  </a:cubicBezTo>
                  <a:lnTo>
                    <a:pt x="7417" y="518"/>
                  </a:lnTo>
                  <a:cubicBezTo>
                    <a:pt x="6597" y="852"/>
                    <a:pt x="5533" y="1308"/>
                    <a:pt x="4317" y="1825"/>
                  </a:cubicBezTo>
                  <a:cubicBezTo>
                    <a:pt x="3131" y="2341"/>
                    <a:pt x="2037" y="2828"/>
                    <a:pt x="1247" y="3193"/>
                  </a:cubicBezTo>
                  <a:lnTo>
                    <a:pt x="335" y="3618"/>
                  </a:lnTo>
                  <a:cubicBezTo>
                    <a:pt x="213" y="3679"/>
                    <a:pt x="122" y="3740"/>
                    <a:pt x="1" y="3800"/>
                  </a:cubicBezTo>
                  <a:cubicBezTo>
                    <a:pt x="122" y="3770"/>
                    <a:pt x="244" y="3740"/>
                    <a:pt x="365" y="3679"/>
                  </a:cubicBezTo>
                  <a:lnTo>
                    <a:pt x="1308" y="3314"/>
                  </a:lnTo>
                  <a:cubicBezTo>
                    <a:pt x="2128" y="2980"/>
                    <a:pt x="3192" y="2493"/>
                    <a:pt x="4408" y="1977"/>
                  </a:cubicBezTo>
                  <a:cubicBezTo>
                    <a:pt x="5594" y="1460"/>
                    <a:pt x="6688" y="974"/>
                    <a:pt x="7448" y="609"/>
                  </a:cubicBezTo>
                  <a:lnTo>
                    <a:pt x="8390" y="183"/>
                  </a:lnTo>
                  <a:cubicBezTo>
                    <a:pt x="8481" y="153"/>
                    <a:pt x="8603" y="92"/>
                    <a:pt x="86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4165914" y="7733632"/>
              <a:ext cx="276522" cy="229166"/>
            </a:xfrm>
            <a:custGeom>
              <a:avLst/>
              <a:gdLst/>
              <a:ahLst/>
              <a:cxnLst/>
              <a:rect l="l" t="t" r="r" b="b"/>
              <a:pathLst>
                <a:path w="7813" h="6475" extrusionOk="0">
                  <a:moveTo>
                    <a:pt x="0" y="0"/>
                  </a:moveTo>
                  <a:cubicBezTo>
                    <a:pt x="92" y="91"/>
                    <a:pt x="183" y="183"/>
                    <a:pt x="274" y="274"/>
                  </a:cubicBezTo>
                  <a:cubicBezTo>
                    <a:pt x="456" y="456"/>
                    <a:pt x="730" y="730"/>
                    <a:pt x="1064" y="1034"/>
                  </a:cubicBezTo>
                  <a:cubicBezTo>
                    <a:pt x="1733" y="1672"/>
                    <a:pt x="2675" y="2523"/>
                    <a:pt x="3769" y="3435"/>
                  </a:cubicBezTo>
                  <a:cubicBezTo>
                    <a:pt x="4833" y="4316"/>
                    <a:pt x="5836" y="5107"/>
                    <a:pt x="6596" y="5623"/>
                  </a:cubicBezTo>
                  <a:cubicBezTo>
                    <a:pt x="6961" y="5897"/>
                    <a:pt x="7265" y="6140"/>
                    <a:pt x="7478" y="6262"/>
                  </a:cubicBezTo>
                  <a:cubicBezTo>
                    <a:pt x="7599" y="6353"/>
                    <a:pt x="7691" y="6414"/>
                    <a:pt x="7812" y="6474"/>
                  </a:cubicBezTo>
                  <a:cubicBezTo>
                    <a:pt x="7721" y="6383"/>
                    <a:pt x="7630" y="6292"/>
                    <a:pt x="7508" y="6231"/>
                  </a:cubicBezTo>
                  <a:lnTo>
                    <a:pt x="6657" y="5532"/>
                  </a:lnTo>
                  <a:cubicBezTo>
                    <a:pt x="5928" y="4985"/>
                    <a:pt x="4955" y="4195"/>
                    <a:pt x="3861" y="3283"/>
                  </a:cubicBezTo>
                  <a:cubicBezTo>
                    <a:pt x="2797" y="2401"/>
                    <a:pt x="1824" y="1581"/>
                    <a:pt x="1155" y="973"/>
                  </a:cubicBezTo>
                  <a:lnTo>
                    <a:pt x="335" y="243"/>
                  </a:lnTo>
                  <a:cubicBezTo>
                    <a:pt x="213" y="152"/>
                    <a:pt x="122" y="61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48"/>
          <p:cNvGrpSpPr/>
          <p:nvPr/>
        </p:nvGrpSpPr>
        <p:grpSpPr>
          <a:xfrm>
            <a:off x="6683963" y="4278168"/>
            <a:ext cx="668104" cy="895218"/>
            <a:chOff x="122038" y="7256930"/>
            <a:chExt cx="668104" cy="895218"/>
          </a:xfrm>
        </p:grpSpPr>
        <p:sp>
          <p:nvSpPr>
            <p:cNvPr id="1053" name="Google Shape;1053;p48"/>
            <p:cNvSpPr/>
            <p:nvPr/>
          </p:nvSpPr>
          <p:spPr>
            <a:xfrm>
              <a:off x="522256" y="7780173"/>
              <a:ext cx="267886" cy="162204"/>
            </a:xfrm>
            <a:custGeom>
              <a:avLst/>
              <a:gdLst/>
              <a:ahLst/>
              <a:cxnLst/>
              <a:rect l="l" t="t" r="r" b="b"/>
              <a:pathLst>
                <a:path w="7569" h="4583" extrusionOk="0">
                  <a:moveTo>
                    <a:pt x="4002" y="1"/>
                  </a:moveTo>
                  <a:cubicBezTo>
                    <a:pt x="3122" y="1"/>
                    <a:pt x="2254" y="184"/>
                    <a:pt x="1459" y="539"/>
                  </a:cubicBezTo>
                  <a:cubicBezTo>
                    <a:pt x="760" y="904"/>
                    <a:pt x="304" y="1542"/>
                    <a:pt x="152" y="2302"/>
                  </a:cubicBezTo>
                  <a:cubicBezTo>
                    <a:pt x="0" y="2849"/>
                    <a:pt x="61" y="3427"/>
                    <a:pt x="335" y="3913"/>
                  </a:cubicBezTo>
                  <a:cubicBezTo>
                    <a:pt x="536" y="4342"/>
                    <a:pt x="968" y="4582"/>
                    <a:pt x="1439" y="4582"/>
                  </a:cubicBezTo>
                  <a:cubicBezTo>
                    <a:pt x="1536" y="4582"/>
                    <a:pt x="1634" y="4572"/>
                    <a:pt x="1733" y="4552"/>
                  </a:cubicBezTo>
                  <a:cubicBezTo>
                    <a:pt x="2249" y="4400"/>
                    <a:pt x="2553" y="3822"/>
                    <a:pt x="3009" y="3488"/>
                  </a:cubicBezTo>
                  <a:cubicBezTo>
                    <a:pt x="3474" y="3130"/>
                    <a:pt x="4044" y="3056"/>
                    <a:pt x="4639" y="3056"/>
                  </a:cubicBezTo>
                  <a:cubicBezTo>
                    <a:pt x="5055" y="3056"/>
                    <a:pt x="5484" y="3093"/>
                    <a:pt x="5897" y="3093"/>
                  </a:cubicBezTo>
                  <a:cubicBezTo>
                    <a:pt x="5937" y="3096"/>
                    <a:pt x="5978" y="3097"/>
                    <a:pt x="6019" y="3097"/>
                  </a:cubicBezTo>
                  <a:cubicBezTo>
                    <a:pt x="6378" y="3097"/>
                    <a:pt x="6752" y="2980"/>
                    <a:pt x="7052" y="2789"/>
                  </a:cubicBezTo>
                  <a:cubicBezTo>
                    <a:pt x="7569" y="2333"/>
                    <a:pt x="7508" y="1451"/>
                    <a:pt x="7022" y="934"/>
                  </a:cubicBezTo>
                  <a:cubicBezTo>
                    <a:pt x="6535" y="479"/>
                    <a:pt x="5867" y="175"/>
                    <a:pt x="5198" y="114"/>
                  </a:cubicBezTo>
                  <a:cubicBezTo>
                    <a:pt x="4800" y="38"/>
                    <a:pt x="4400" y="1"/>
                    <a:pt x="4002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457701" y="7256930"/>
              <a:ext cx="196888" cy="387442"/>
            </a:xfrm>
            <a:custGeom>
              <a:avLst/>
              <a:gdLst/>
              <a:ahLst/>
              <a:cxnLst/>
              <a:rect l="l" t="t" r="r" b="b"/>
              <a:pathLst>
                <a:path w="5563" h="10947" extrusionOk="0">
                  <a:moveTo>
                    <a:pt x="3124" y="1"/>
                  </a:moveTo>
                  <a:cubicBezTo>
                    <a:pt x="3014" y="1"/>
                    <a:pt x="2905" y="12"/>
                    <a:pt x="2797" y="34"/>
                  </a:cubicBezTo>
                  <a:cubicBezTo>
                    <a:pt x="2098" y="217"/>
                    <a:pt x="1672" y="885"/>
                    <a:pt x="1368" y="1524"/>
                  </a:cubicBezTo>
                  <a:cubicBezTo>
                    <a:pt x="487" y="3378"/>
                    <a:pt x="0" y="5445"/>
                    <a:pt x="0" y="7512"/>
                  </a:cubicBezTo>
                  <a:cubicBezTo>
                    <a:pt x="0" y="8484"/>
                    <a:pt x="122" y="9487"/>
                    <a:pt x="669" y="10308"/>
                  </a:cubicBezTo>
                  <a:cubicBezTo>
                    <a:pt x="990" y="10768"/>
                    <a:pt x="1445" y="10947"/>
                    <a:pt x="1902" y="10947"/>
                  </a:cubicBezTo>
                  <a:cubicBezTo>
                    <a:pt x="2442" y="10947"/>
                    <a:pt x="2984" y="10698"/>
                    <a:pt x="3314" y="10369"/>
                  </a:cubicBezTo>
                  <a:cubicBezTo>
                    <a:pt x="3952" y="9761"/>
                    <a:pt x="4225" y="8879"/>
                    <a:pt x="4469" y="8028"/>
                  </a:cubicBezTo>
                  <a:cubicBezTo>
                    <a:pt x="5016" y="6144"/>
                    <a:pt x="5563" y="4107"/>
                    <a:pt x="5168" y="2162"/>
                  </a:cubicBezTo>
                  <a:cubicBezTo>
                    <a:pt x="5046" y="1585"/>
                    <a:pt x="4803" y="1037"/>
                    <a:pt x="4408" y="581"/>
                  </a:cubicBezTo>
                  <a:cubicBezTo>
                    <a:pt x="4086" y="211"/>
                    <a:pt x="3604" y="1"/>
                    <a:pt x="312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122038" y="7369797"/>
              <a:ext cx="324939" cy="320550"/>
            </a:xfrm>
            <a:custGeom>
              <a:avLst/>
              <a:gdLst/>
              <a:ahLst/>
              <a:cxnLst/>
              <a:rect l="l" t="t" r="r" b="b"/>
              <a:pathLst>
                <a:path w="9181" h="9057" extrusionOk="0">
                  <a:moveTo>
                    <a:pt x="1929" y="1"/>
                  </a:moveTo>
                  <a:cubicBezTo>
                    <a:pt x="1863" y="1"/>
                    <a:pt x="1798" y="3"/>
                    <a:pt x="1734" y="6"/>
                  </a:cubicBezTo>
                  <a:cubicBezTo>
                    <a:pt x="1156" y="37"/>
                    <a:pt x="670" y="341"/>
                    <a:pt x="396" y="827"/>
                  </a:cubicBezTo>
                  <a:cubicBezTo>
                    <a:pt x="1" y="1526"/>
                    <a:pt x="396" y="2377"/>
                    <a:pt x="761" y="3107"/>
                  </a:cubicBezTo>
                  <a:cubicBezTo>
                    <a:pt x="1430" y="4323"/>
                    <a:pt x="2220" y="5508"/>
                    <a:pt x="3071" y="6633"/>
                  </a:cubicBezTo>
                  <a:cubicBezTo>
                    <a:pt x="3770" y="7514"/>
                    <a:pt x="4560" y="8396"/>
                    <a:pt x="5624" y="8791"/>
                  </a:cubicBezTo>
                  <a:cubicBezTo>
                    <a:pt x="6057" y="8964"/>
                    <a:pt x="6494" y="9056"/>
                    <a:pt x="6900" y="9056"/>
                  </a:cubicBezTo>
                  <a:cubicBezTo>
                    <a:pt x="7492" y="9056"/>
                    <a:pt x="8017" y="8859"/>
                    <a:pt x="8360" y="8426"/>
                  </a:cubicBezTo>
                  <a:lnTo>
                    <a:pt x="8360" y="8426"/>
                  </a:lnTo>
                  <a:lnTo>
                    <a:pt x="8238" y="8548"/>
                  </a:lnTo>
                  <a:cubicBezTo>
                    <a:pt x="8968" y="7605"/>
                    <a:pt x="9180" y="6359"/>
                    <a:pt x="8816" y="5204"/>
                  </a:cubicBezTo>
                  <a:cubicBezTo>
                    <a:pt x="8421" y="4110"/>
                    <a:pt x="7752" y="3107"/>
                    <a:pt x="6840" y="2347"/>
                  </a:cubicBezTo>
                  <a:cubicBezTo>
                    <a:pt x="5807" y="1435"/>
                    <a:pt x="4591" y="736"/>
                    <a:pt x="3314" y="280"/>
                  </a:cubicBezTo>
                  <a:cubicBezTo>
                    <a:pt x="2862" y="94"/>
                    <a:pt x="2387" y="1"/>
                    <a:pt x="1929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478122" y="7828554"/>
              <a:ext cx="185067" cy="323594"/>
            </a:xfrm>
            <a:custGeom>
              <a:avLst/>
              <a:gdLst/>
              <a:ahLst/>
              <a:cxnLst/>
              <a:rect l="l" t="t" r="r" b="b"/>
              <a:pathLst>
                <a:path w="5229" h="9143" extrusionOk="0">
                  <a:moveTo>
                    <a:pt x="5001" y="1"/>
                  </a:moveTo>
                  <a:cubicBezTo>
                    <a:pt x="4925" y="1"/>
                    <a:pt x="4849" y="8"/>
                    <a:pt x="4773" y="23"/>
                  </a:cubicBezTo>
                  <a:cubicBezTo>
                    <a:pt x="4348" y="54"/>
                    <a:pt x="3952" y="145"/>
                    <a:pt x="3557" y="327"/>
                  </a:cubicBezTo>
                  <a:cubicBezTo>
                    <a:pt x="3010" y="601"/>
                    <a:pt x="2493" y="996"/>
                    <a:pt x="2098" y="1482"/>
                  </a:cubicBezTo>
                  <a:cubicBezTo>
                    <a:pt x="1642" y="2060"/>
                    <a:pt x="1247" y="2729"/>
                    <a:pt x="974" y="3428"/>
                  </a:cubicBezTo>
                  <a:cubicBezTo>
                    <a:pt x="700" y="4127"/>
                    <a:pt x="487" y="4856"/>
                    <a:pt x="335" y="5616"/>
                  </a:cubicBezTo>
                  <a:cubicBezTo>
                    <a:pt x="214" y="6224"/>
                    <a:pt x="123" y="6832"/>
                    <a:pt x="92" y="7440"/>
                  </a:cubicBezTo>
                  <a:cubicBezTo>
                    <a:pt x="31" y="7957"/>
                    <a:pt x="31" y="8382"/>
                    <a:pt x="31" y="8686"/>
                  </a:cubicBezTo>
                  <a:cubicBezTo>
                    <a:pt x="1" y="8838"/>
                    <a:pt x="31" y="8990"/>
                    <a:pt x="31" y="9142"/>
                  </a:cubicBezTo>
                  <a:cubicBezTo>
                    <a:pt x="62" y="8990"/>
                    <a:pt x="92" y="8838"/>
                    <a:pt x="92" y="8686"/>
                  </a:cubicBezTo>
                  <a:cubicBezTo>
                    <a:pt x="123" y="8352"/>
                    <a:pt x="183" y="7957"/>
                    <a:pt x="214" y="7440"/>
                  </a:cubicBezTo>
                  <a:cubicBezTo>
                    <a:pt x="274" y="6832"/>
                    <a:pt x="366" y="6254"/>
                    <a:pt x="487" y="5647"/>
                  </a:cubicBezTo>
                  <a:cubicBezTo>
                    <a:pt x="670" y="4917"/>
                    <a:pt x="882" y="4218"/>
                    <a:pt x="1156" y="3519"/>
                  </a:cubicBezTo>
                  <a:cubicBezTo>
                    <a:pt x="1430" y="2820"/>
                    <a:pt x="1794" y="2181"/>
                    <a:pt x="2250" y="1574"/>
                  </a:cubicBezTo>
                  <a:cubicBezTo>
                    <a:pt x="2615" y="1118"/>
                    <a:pt x="3071" y="722"/>
                    <a:pt x="3618" y="449"/>
                  </a:cubicBezTo>
                  <a:cubicBezTo>
                    <a:pt x="3983" y="267"/>
                    <a:pt x="4378" y="145"/>
                    <a:pt x="4773" y="84"/>
                  </a:cubicBezTo>
                  <a:cubicBezTo>
                    <a:pt x="4925" y="84"/>
                    <a:pt x="5077" y="54"/>
                    <a:pt x="5229" y="23"/>
                  </a:cubicBezTo>
                  <a:cubicBezTo>
                    <a:pt x="5153" y="8"/>
                    <a:pt x="5077" y="1"/>
                    <a:pt x="50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479219" y="7397969"/>
              <a:ext cx="83951" cy="720804"/>
            </a:xfrm>
            <a:custGeom>
              <a:avLst/>
              <a:gdLst/>
              <a:ahLst/>
              <a:cxnLst/>
              <a:rect l="l" t="t" r="r" b="b"/>
              <a:pathLst>
                <a:path w="2372" h="20366" extrusionOk="0">
                  <a:moveTo>
                    <a:pt x="2371" y="1"/>
                  </a:moveTo>
                  <a:cubicBezTo>
                    <a:pt x="2371" y="62"/>
                    <a:pt x="2341" y="122"/>
                    <a:pt x="2310" y="183"/>
                  </a:cubicBezTo>
                  <a:cubicBezTo>
                    <a:pt x="2280" y="335"/>
                    <a:pt x="2219" y="517"/>
                    <a:pt x="2128" y="761"/>
                  </a:cubicBezTo>
                  <a:cubicBezTo>
                    <a:pt x="2067" y="1004"/>
                    <a:pt x="1976" y="1308"/>
                    <a:pt x="1885" y="1673"/>
                  </a:cubicBezTo>
                  <a:cubicBezTo>
                    <a:pt x="1794" y="2037"/>
                    <a:pt x="1702" y="2432"/>
                    <a:pt x="1611" y="2888"/>
                  </a:cubicBezTo>
                  <a:cubicBezTo>
                    <a:pt x="1095" y="5290"/>
                    <a:pt x="730" y="7660"/>
                    <a:pt x="456" y="10092"/>
                  </a:cubicBezTo>
                  <a:cubicBezTo>
                    <a:pt x="152" y="12919"/>
                    <a:pt x="0" y="15472"/>
                    <a:pt x="0" y="17326"/>
                  </a:cubicBezTo>
                  <a:cubicBezTo>
                    <a:pt x="0" y="18269"/>
                    <a:pt x="0" y="19028"/>
                    <a:pt x="31" y="19545"/>
                  </a:cubicBezTo>
                  <a:cubicBezTo>
                    <a:pt x="31" y="19788"/>
                    <a:pt x="61" y="20001"/>
                    <a:pt x="61" y="20153"/>
                  </a:cubicBezTo>
                  <a:cubicBezTo>
                    <a:pt x="61" y="20214"/>
                    <a:pt x="92" y="20275"/>
                    <a:pt x="92" y="20366"/>
                  </a:cubicBezTo>
                  <a:cubicBezTo>
                    <a:pt x="92" y="20275"/>
                    <a:pt x="92" y="20214"/>
                    <a:pt x="92" y="20153"/>
                  </a:cubicBezTo>
                  <a:lnTo>
                    <a:pt x="92" y="19545"/>
                  </a:lnTo>
                  <a:cubicBezTo>
                    <a:pt x="92" y="19028"/>
                    <a:pt x="92" y="18269"/>
                    <a:pt x="122" y="17326"/>
                  </a:cubicBezTo>
                  <a:cubicBezTo>
                    <a:pt x="152" y="15503"/>
                    <a:pt x="335" y="13496"/>
                    <a:pt x="639" y="10670"/>
                  </a:cubicBezTo>
                  <a:cubicBezTo>
                    <a:pt x="912" y="7995"/>
                    <a:pt x="1307" y="4925"/>
                    <a:pt x="1733" y="2919"/>
                  </a:cubicBezTo>
                  <a:cubicBezTo>
                    <a:pt x="1824" y="2463"/>
                    <a:pt x="1915" y="2068"/>
                    <a:pt x="2006" y="1703"/>
                  </a:cubicBezTo>
                  <a:cubicBezTo>
                    <a:pt x="2067" y="1338"/>
                    <a:pt x="2128" y="1034"/>
                    <a:pt x="2219" y="791"/>
                  </a:cubicBezTo>
                  <a:cubicBezTo>
                    <a:pt x="2280" y="517"/>
                    <a:pt x="2310" y="366"/>
                    <a:pt x="2341" y="214"/>
                  </a:cubicBezTo>
                  <a:cubicBezTo>
                    <a:pt x="2371" y="122"/>
                    <a:pt x="2371" y="62"/>
                    <a:pt x="23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247929" y="7451766"/>
              <a:ext cx="235608" cy="490575"/>
            </a:xfrm>
            <a:custGeom>
              <a:avLst/>
              <a:gdLst/>
              <a:ahLst/>
              <a:cxnLst/>
              <a:rect l="l" t="t" r="r" b="b"/>
              <a:pathLst>
                <a:path w="6657" h="13861" extrusionOk="0">
                  <a:moveTo>
                    <a:pt x="0" y="1"/>
                  </a:moveTo>
                  <a:lnTo>
                    <a:pt x="0" y="1"/>
                  </a:lnTo>
                  <a:cubicBezTo>
                    <a:pt x="608" y="456"/>
                    <a:pt x="1186" y="973"/>
                    <a:pt x="1733" y="1520"/>
                  </a:cubicBezTo>
                  <a:cubicBezTo>
                    <a:pt x="2979" y="2919"/>
                    <a:pt x="3982" y="4499"/>
                    <a:pt x="4681" y="6232"/>
                  </a:cubicBezTo>
                  <a:cubicBezTo>
                    <a:pt x="5107" y="7174"/>
                    <a:pt x="5441" y="8147"/>
                    <a:pt x="5715" y="9119"/>
                  </a:cubicBezTo>
                  <a:cubicBezTo>
                    <a:pt x="5988" y="10031"/>
                    <a:pt x="6171" y="10882"/>
                    <a:pt x="6323" y="11581"/>
                  </a:cubicBezTo>
                  <a:cubicBezTo>
                    <a:pt x="6444" y="12280"/>
                    <a:pt x="6505" y="12858"/>
                    <a:pt x="6566" y="13253"/>
                  </a:cubicBezTo>
                  <a:cubicBezTo>
                    <a:pt x="6566" y="13466"/>
                    <a:pt x="6596" y="13679"/>
                    <a:pt x="6657" y="13861"/>
                  </a:cubicBezTo>
                  <a:cubicBezTo>
                    <a:pt x="6657" y="13679"/>
                    <a:pt x="6657" y="13466"/>
                    <a:pt x="6657" y="13253"/>
                  </a:cubicBezTo>
                  <a:cubicBezTo>
                    <a:pt x="6627" y="12858"/>
                    <a:pt x="6566" y="12280"/>
                    <a:pt x="6444" y="11551"/>
                  </a:cubicBezTo>
                  <a:cubicBezTo>
                    <a:pt x="6323" y="10730"/>
                    <a:pt x="6140" y="9879"/>
                    <a:pt x="5897" y="9089"/>
                  </a:cubicBezTo>
                  <a:cubicBezTo>
                    <a:pt x="5623" y="8086"/>
                    <a:pt x="5289" y="7113"/>
                    <a:pt x="4864" y="6171"/>
                  </a:cubicBezTo>
                  <a:cubicBezTo>
                    <a:pt x="4134" y="4408"/>
                    <a:pt x="3131" y="2827"/>
                    <a:pt x="1824" y="1429"/>
                  </a:cubicBezTo>
                  <a:cubicBezTo>
                    <a:pt x="1611" y="1216"/>
                    <a:pt x="1368" y="973"/>
                    <a:pt x="1125" y="791"/>
                  </a:cubicBezTo>
                  <a:cubicBezTo>
                    <a:pt x="1003" y="700"/>
                    <a:pt x="912" y="608"/>
                    <a:pt x="821" y="517"/>
                  </a:cubicBezTo>
                  <a:lnTo>
                    <a:pt x="547" y="335"/>
                  </a:lnTo>
                  <a:cubicBezTo>
                    <a:pt x="365" y="213"/>
                    <a:pt x="183" y="92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4"/>
          <p:cNvSpPr txBox="1">
            <a:spLocks noGrp="1"/>
          </p:cNvSpPr>
          <p:nvPr>
            <p:ph type="title"/>
          </p:nvPr>
        </p:nvSpPr>
        <p:spPr>
          <a:xfrm>
            <a:off x="1327050" y="1598088"/>
            <a:ext cx="6489900" cy="13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 YOU</a:t>
            </a:r>
            <a:endParaRPr dirty="0"/>
          </a:p>
        </p:txBody>
      </p:sp>
      <p:grpSp>
        <p:nvGrpSpPr>
          <p:cNvPr id="2142" name="Google Shape;2142;p64"/>
          <p:cNvGrpSpPr/>
          <p:nvPr/>
        </p:nvGrpSpPr>
        <p:grpSpPr>
          <a:xfrm>
            <a:off x="7816955" y="3097972"/>
            <a:ext cx="877308" cy="2042473"/>
            <a:chOff x="731955" y="2811840"/>
            <a:chExt cx="564367" cy="1313910"/>
          </a:xfrm>
        </p:grpSpPr>
        <p:sp>
          <p:nvSpPr>
            <p:cNvPr id="2143" name="Google Shape;2143;p64"/>
            <p:cNvSpPr/>
            <p:nvPr/>
          </p:nvSpPr>
          <p:spPr>
            <a:xfrm>
              <a:off x="1038864" y="2811840"/>
              <a:ext cx="165191" cy="1313910"/>
            </a:xfrm>
            <a:custGeom>
              <a:avLst/>
              <a:gdLst/>
              <a:ahLst/>
              <a:cxnLst/>
              <a:rect l="l" t="t" r="r" b="b"/>
              <a:pathLst>
                <a:path w="8241" h="65548" extrusionOk="0">
                  <a:moveTo>
                    <a:pt x="7006" y="1"/>
                  </a:moveTo>
                  <a:cubicBezTo>
                    <a:pt x="7006" y="33"/>
                    <a:pt x="7036" y="95"/>
                    <a:pt x="7068" y="158"/>
                  </a:cubicBezTo>
                  <a:lnTo>
                    <a:pt x="7068" y="158"/>
                  </a:lnTo>
                  <a:cubicBezTo>
                    <a:pt x="7047" y="106"/>
                    <a:pt x="7027" y="53"/>
                    <a:pt x="7006" y="1"/>
                  </a:cubicBezTo>
                  <a:close/>
                  <a:moveTo>
                    <a:pt x="7068" y="158"/>
                  </a:moveTo>
                  <a:cubicBezTo>
                    <a:pt x="7071" y="167"/>
                    <a:pt x="7075" y="176"/>
                    <a:pt x="7078" y="184"/>
                  </a:cubicBezTo>
                  <a:lnTo>
                    <a:pt x="7078" y="184"/>
                  </a:lnTo>
                  <a:cubicBezTo>
                    <a:pt x="7076" y="179"/>
                    <a:pt x="7074" y="173"/>
                    <a:pt x="7073" y="168"/>
                  </a:cubicBezTo>
                  <a:cubicBezTo>
                    <a:pt x="7071" y="165"/>
                    <a:pt x="7069" y="161"/>
                    <a:pt x="7068" y="158"/>
                  </a:cubicBezTo>
                  <a:close/>
                  <a:moveTo>
                    <a:pt x="7078" y="184"/>
                  </a:moveTo>
                  <a:cubicBezTo>
                    <a:pt x="7110" y="286"/>
                    <a:pt x="7143" y="447"/>
                    <a:pt x="7206" y="668"/>
                  </a:cubicBezTo>
                  <a:cubicBezTo>
                    <a:pt x="7406" y="1302"/>
                    <a:pt x="7573" y="1936"/>
                    <a:pt x="7673" y="2603"/>
                  </a:cubicBezTo>
                  <a:cubicBezTo>
                    <a:pt x="8107" y="5004"/>
                    <a:pt x="8040" y="7440"/>
                    <a:pt x="7506" y="9841"/>
                  </a:cubicBezTo>
                  <a:cubicBezTo>
                    <a:pt x="7106" y="11476"/>
                    <a:pt x="6472" y="13044"/>
                    <a:pt x="5605" y="14478"/>
                  </a:cubicBezTo>
                  <a:cubicBezTo>
                    <a:pt x="4704" y="16046"/>
                    <a:pt x="3470" y="17580"/>
                    <a:pt x="2503" y="19381"/>
                  </a:cubicBezTo>
                  <a:cubicBezTo>
                    <a:pt x="1435" y="21283"/>
                    <a:pt x="968" y="23484"/>
                    <a:pt x="1235" y="25653"/>
                  </a:cubicBezTo>
                  <a:cubicBezTo>
                    <a:pt x="1469" y="27888"/>
                    <a:pt x="2236" y="30089"/>
                    <a:pt x="2970" y="32324"/>
                  </a:cubicBezTo>
                  <a:cubicBezTo>
                    <a:pt x="3703" y="34526"/>
                    <a:pt x="4371" y="36794"/>
                    <a:pt x="4437" y="38995"/>
                  </a:cubicBezTo>
                  <a:cubicBezTo>
                    <a:pt x="4471" y="41130"/>
                    <a:pt x="4204" y="43232"/>
                    <a:pt x="3603" y="45300"/>
                  </a:cubicBezTo>
                  <a:cubicBezTo>
                    <a:pt x="3070" y="47268"/>
                    <a:pt x="2436" y="49103"/>
                    <a:pt x="1869" y="50837"/>
                  </a:cubicBezTo>
                  <a:cubicBezTo>
                    <a:pt x="1302" y="52438"/>
                    <a:pt x="868" y="54073"/>
                    <a:pt x="535" y="55741"/>
                  </a:cubicBezTo>
                  <a:cubicBezTo>
                    <a:pt x="1" y="58143"/>
                    <a:pt x="1" y="60611"/>
                    <a:pt x="535" y="63013"/>
                  </a:cubicBezTo>
                  <a:cubicBezTo>
                    <a:pt x="701" y="63680"/>
                    <a:pt x="935" y="64280"/>
                    <a:pt x="1235" y="64914"/>
                  </a:cubicBezTo>
                  <a:cubicBezTo>
                    <a:pt x="1335" y="65081"/>
                    <a:pt x="1402" y="65248"/>
                    <a:pt x="1469" y="65348"/>
                  </a:cubicBezTo>
                  <a:cubicBezTo>
                    <a:pt x="1502" y="65414"/>
                    <a:pt x="1535" y="65481"/>
                    <a:pt x="1569" y="65548"/>
                  </a:cubicBezTo>
                  <a:cubicBezTo>
                    <a:pt x="1535" y="65481"/>
                    <a:pt x="1502" y="65414"/>
                    <a:pt x="1502" y="65381"/>
                  </a:cubicBezTo>
                  <a:cubicBezTo>
                    <a:pt x="1435" y="65248"/>
                    <a:pt x="1368" y="65114"/>
                    <a:pt x="1268" y="64914"/>
                  </a:cubicBezTo>
                  <a:cubicBezTo>
                    <a:pt x="1002" y="64280"/>
                    <a:pt x="768" y="63680"/>
                    <a:pt x="635" y="63013"/>
                  </a:cubicBezTo>
                  <a:cubicBezTo>
                    <a:pt x="101" y="60644"/>
                    <a:pt x="134" y="58176"/>
                    <a:pt x="701" y="55774"/>
                  </a:cubicBezTo>
                  <a:cubicBezTo>
                    <a:pt x="1035" y="54140"/>
                    <a:pt x="1469" y="52505"/>
                    <a:pt x="2036" y="50904"/>
                  </a:cubicBezTo>
                  <a:cubicBezTo>
                    <a:pt x="2603" y="49203"/>
                    <a:pt x="3270" y="47368"/>
                    <a:pt x="3804" y="45367"/>
                  </a:cubicBezTo>
                  <a:cubicBezTo>
                    <a:pt x="4404" y="43299"/>
                    <a:pt x="4704" y="41164"/>
                    <a:pt x="4671" y="38995"/>
                  </a:cubicBezTo>
                  <a:cubicBezTo>
                    <a:pt x="4604" y="36761"/>
                    <a:pt x="3937" y="34492"/>
                    <a:pt x="3203" y="32257"/>
                  </a:cubicBezTo>
                  <a:cubicBezTo>
                    <a:pt x="2469" y="30022"/>
                    <a:pt x="1702" y="27821"/>
                    <a:pt x="1469" y="25619"/>
                  </a:cubicBezTo>
                  <a:cubicBezTo>
                    <a:pt x="1235" y="23518"/>
                    <a:pt x="1635" y="21350"/>
                    <a:pt x="2703" y="19482"/>
                  </a:cubicBezTo>
                  <a:cubicBezTo>
                    <a:pt x="3670" y="17714"/>
                    <a:pt x="4871" y="16146"/>
                    <a:pt x="5805" y="14578"/>
                  </a:cubicBezTo>
                  <a:cubicBezTo>
                    <a:pt x="6639" y="13110"/>
                    <a:pt x="7273" y="11542"/>
                    <a:pt x="7673" y="9875"/>
                  </a:cubicBezTo>
                  <a:cubicBezTo>
                    <a:pt x="8207" y="7473"/>
                    <a:pt x="8240" y="4971"/>
                    <a:pt x="7773" y="2569"/>
                  </a:cubicBezTo>
                  <a:cubicBezTo>
                    <a:pt x="7618" y="1765"/>
                    <a:pt x="7378" y="962"/>
                    <a:pt x="7078" y="18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4"/>
            <p:cNvSpPr/>
            <p:nvPr/>
          </p:nvSpPr>
          <p:spPr>
            <a:xfrm>
              <a:off x="1085669" y="2945500"/>
              <a:ext cx="81603" cy="189987"/>
            </a:xfrm>
            <a:custGeom>
              <a:avLst/>
              <a:gdLst/>
              <a:ahLst/>
              <a:cxnLst/>
              <a:rect l="l" t="t" r="r" b="b"/>
              <a:pathLst>
                <a:path w="4071" h="9478" extrusionOk="0">
                  <a:moveTo>
                    <a:pt x="589" y="0"/>
                  </a:moveTo>
                  <a:cubicBezTo>
                    <a:pt x="495" y="0"/>
                    <a:pt x="401" y="66"/>
                    <a:pt x="401" y="171"/>
                  </a:cubicBezTo>
                  <a:cubicBezTo>
                    <a:pt x="201" y="1138"/>
                    <a:pt x="1" y="4174"/>
                    <a:pt x="2202" y="9478"/>
                  </a:cubicBezTo>
                  <a:cubicBezTo>
                    <a:pt x="2202" y="9478"/>
                    <a:pt x="4070" y="3540"/>
                    <a:pt x="735" y="71"/>
                  </a:cubicBezTo>
                  <a:cubicBezTo>
                    <a:pt x="698" y="22"/>
                    <a:pt x="643" y="0"/>
                    <a:pt x="589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64"/>
            <p:cNvSpPr/>
            <p:nvPr/>
          </p:nvSpPr>
          <p:spPr>
            <a:xfrm>
              <a:off x="1107738" y="2986372"/>
              <a:ext cx="24094" cy="149115"/>
            </a:xfrm>
            <a:custGeom>
              <a:avLst/>
              <a:gdLst/>
              <a:ahLst/>
              <a:cxnLst/>
              <a:rect l="l" t="t" r="r" b="b"/>
              <a:pathLst>
                <a:path w="1202" h="7439" extrusionOk="0">
                  <a:moveTo>
                    <a:pt x="1" y="0"/>
                  </a:moveTo>
                  <a:cubicBezTo>
                    <a:pt x="1" y="367"/>
                    <a:pt x="34" y="734"/>
                    <a:pt x="134" y="1101"/>
                  </a:cubicBezTo>
                  <a:cubicBezTo>
                    <a:pt x="234" y="1868"/>
                    <a:pt x="401" y="2735"/>
                    <a:pt x="534" y="3736"/>
                  </a:cubicBezTo>
                  <a:cubicBezTo>
                    <a:pt x="701" y="4703"/>
                    <a:pt x="835" y="5604"/>
                    <a:pt x="968" y="6338"/>
                  </a:cubicBezTo>
                  <a:cubicBezTo>
                    <a:pt x="1001" y="6705"/>
                    <a:pt x="1068" y="7072"/>
                    <a:pt x="1168" y="7439"/>
                  </a:cubicBezTo>
                  <a:cubicBezTo>
                    <a:pt x="1201" y="7072"/>
                    <a:pt x="1168" y="6672"/>
                    <a:pt x="1135" y="6338"/>
                  </a:cubicBezTo>
                  <a:cubicBezTo>
                    <a:pt x="1068" y="5637"/>
                    <a:pt x="935" y="4703"/>
                    <a:pt x="768" y="3703"/>
                  </a:cubicBezTo>
                  <a:cubicBezTo>
                    <a:pt x="601" y="2669"/>
                    <a:pt x="434" y="1735"/>
                    <a:pt x="267" y="1068"/>
                  </a:cubicBezTo>
                  <a:cubicBezTo>
                    <a:pt x="234" y="701"/>
                    <a:pt x="134" y="367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64"/>
            <p:cNvSpPr/>
            <p:nvPr/>
          </p:nvSpPr>
          <p:spPr>
            <a:xfrm>
              <a:off x="965519" y="3262873"/>
              <a:ext cx="120851" cy="153444"/>
            </a:xfrm>
            <a:custGeom>
              <a:avLst/>
              <a:gdLst/>
              <a:ahLst/>
              <a:cxnLst/>
              <a:rect l="l" t="t" r="r" b="b"/>
              <a:pathLst>
                <a:path w="6029" h="7655" extrusionOk="0">
                  <a:moveTo>
                    <a:pt x="247" y="1"/>
                  </a:moveTo>
                  <a:cubicBezTo>
                    <a:pt x="111" y="1"/>
                    <a:pt x="1" y="142"/>
                    <a:pt x="57" y="283"/>
                  </a:cubicBezTo>
                  <a:cubicBezTo>
                    <a:pt x="357" y="1217"/>
                    <a:pt x="1558" y="3986"/>
                    <a:pt x="6028" y="7655"/>
                  </a:cubicBezTo>
                  <a:cubicBezTo>
                    <a:pt x="6028" y="7655"/>
                    <a:pt x="4894" y="1550"/>
                    <a:pt x="324" y="16"/>
                  </a:cubicBezTo>
                  <a:cubicBezTo>
                    <a:pt x="298" y="6"/>
                    <a:pt x="272" y="1"/>
                    <a:pt x="247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4"/>
            <p:cNvSpPr/>
            <p:nvPr/>
          </p:nvSpPr>
          <p:spPr>
            <a:xfrm>
              <a:off x="996749" y="3295285"/>
              <a:ext cx="90283" cy="119709"/>
            </a:xfrm>
            <a:custGeom>
              <a:avLst/>
              <a:gdLst/>
              <a:ahLst/>
              <a:cxnLst/>
              <a:rect l="l" t="t" r="r" b="b"/>
              <a:pathLst>
                <a:path w="4504" h="5972" extrusionOk="0">
                  <a:moveTo>
                    <a:pt x="0" y="0"/>
                  </a:moveTo>
                  <a:lnTo>
                    <a:pt x="0" y="0"/>
                  </a:lnTo>
                  <a:cubicBezTo>
                    <a:pt x="200" y="300"/>
                    <a:pt x="401" y="601"/>
                    <a:pt x="634" y="901"/>
                  </a:cubicBezTo>
                  <a:lnTo>
                    <a:pt x="2235" y="3002"/>
                  </a:lnTo>
                  <a:lnTo>
                    <a:pt x="3836" y="5137"/>
                  </a:lnTo>
                  <a:cubicBezTo>
                    <a:pt x="4037" y="5437"/>
                    <a:pt x="4237" y="5704"/>
                    <a:pt x="4504" y="5971"/>
                  </a:cubicBezTo>
                  <a:cubicBezTo>
                    <a:pt x="4370" y="5638"/>
                    <a:pt x="4170" y="5337"/>
                    <a:pt x="3970" y="5037"/>
                  </a:cubicBezTo>
                  <a:cubicBezTo>
                    <a:pt x="3603" y="4470"/>
                    <a:pt x="3036" y="3669"/>
                    <a:pt x="2402" y="2869"/>
                  </a:cubicBezTo>
                  <a:cubicBezTo>
                    <a:pt x="1802" y="2035"/>
                    <a:pt x="1201" y="1301"/>
                    <a:pt x="734" y="767"/>
                  </a:cubicBezTo>
                  <a:cubicBezTo>
                    <a:pt x="534" y="501"/>
                    <a:pt x="267" y="2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4"/>
            <p:cNvSpPr/>
            <p:nvPr/>
          </p:nvSpPr>
          <p:spPr>
            <a:xfrm>
              <a:off x="1039545" y="3543222"/>
              <a:ext cx="85592" cy="180686"/>
            </a:xfrm>
            <a:custGeom>
              <a:avLst/>
              <a:gdLst/>
              <a:ahLst/>
              <a:cxnLst/>
              <a:rect l="l" t="t" r="r" b="b"/>
              <a:pathLst>
                <a:path w="4270" h="9014" extrusionOk="0">
                  <a:moveTo>
                    <a:pt x="214" y="0"/>
                  </a:moveTo>
                  <a:cubicBezTo>
                    <a:pt x="105" y="0"/>
                    <a:pt x="0" y="86"/>
                    <a:pt x="0" y="207"/>
                  </a:cubicBezTo>
                  <a:cubicBezTo>
                    <a:pt x="0" y="1208"/>
                    <a:pt x="367" y="4176"/>
                    <a:pt x="3569" y="9013"/>
                  </a:cubicBezTo>
                  <a:cubicBezTo>
                    <a:pt x="3569" y="9013"/>
                    <a:pt x="4270" y="2842"/>
                    <a:pt x="334" y="40"/>
                  </a:cubicBezTo>
                  <a:cubicBezTo>
                    <a:pt x="297" y="12"/>
                    <a:pt x="255" y="0"/>
                    <a:pt x="214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64"/>
            <p:cNvSpPr/>
            <p:nvPr/>
          </p:nvSpPr>
          <p:spPr>
            <a:xfrm>
              <a:off x="1060933" y="3582129"/>
              <a:ext cx="51516" cy="141778"/>
            </a:xfrm>
            <a:custGeom>
              <a:avLst/>
              <a:gdLst/>
              <a:ahLst/>
              <a:cxnLst/>
              <a:rect l="l" t="t" r="r" b="b"/>
              <a:pathLst>
                <a:path w="2570" h="7073" extrusionOk="0">
                  <a:moveTo>
                    <a:pt x="1" y="0"/>
                  </a:moveTo>
                  <a:lnTo>
                    <a:pt x="1" y="0"/>
                  </a:lnTo>
                  <a:cubicBezTo>
                    <a:pt x="67" y="334"/>
                    <a:pt x="201" y="701"/>
                    <a:pt x="334" y="1034"/>
                  </a:cubicBezTo>
                  <a:cubicBezTo>
                    <a:pt x="601" y="1768"/>
                    <a:pt x="901" y="2602"/>
                    <a:pt x="1268" y="3536"/>
                  </a:cubicBezTo>
                  <a:lnTo>
                    <a:pt x="2169" y="6038"/>
                  </a:lnTo>
                  <a:cubicBezTo>
                    <a:pt x="2269" y="6405"/>
                    <a:pt x="2402" y="6739"/>
                    <a:pt x="2569" y="7072"/>
                  </a:cubicBezTo>
                  <a:cubicBezTo>
                    <a:pt x="2536" y="6705"/>
                    <a:pt x="2469" y="6338"/>
                    <a:pt x="2336" y="5971"/>
                  </a:cubicBezTo>
                  <a:cubicBezTo>
                    <a:pt x="2135" y="5338"/>
                    <a:pt x="1835" y="4437"/>
                    <a:pt x="1502" y="3470"/>
                  </a:cubicBezTo>
                  <a:cubicBezTo>
                    <a:pt x="1168" y="2536"/>
                    <a:pt x="801" y="1635"/>
                    <a:pt x="534" y="1001"/>
                  </a:cubicBezTo>
                  <a:cubicBezTo>
                    <a:pt x="401" y="634"/>
                    <a:pt x="201" y="30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64"/>
            <p:cNvSpPr/>
            <p:nvPr/>
          </p:nvSpPr>
          <p:spPr>
            <a:xfrm>
              <a:off x="963975" y="3855463"/>
              <a:ext cx="87617" cy="178020"/>
            </a:xfrm>
            <a:custGeom>
              <a:avLst/>
              <a:gdLst/>
              <a:ahLst/>
              <a:cxnLst/>
              <a:rect l="l" t="t" r="r" b="b"/>
              <a:pathLst>
                <a:path w="4371" h="8881" extrusionOk="0">
                  <a:moveTo>
                    <a:pt x="215" y="1"/>
                  </a:moveTo>
                  <a:cubicBezTo>
                    <a:pt x="106" y="1"/>
                    <a:pt x="1" y="87"/>
                    <a:pt x="1" y="208"/>
                  </a:cubicBezTo>
                  <a:cubicBezTo>
                    <a:pt x="68" y="1208"/>
                    <a:pt x="535" y="4177"/>
                    <a:pt x="3904" y="8881"/>
                  </a:cubicBezTo>
                  <a:cubicBezTo>
                    <a:pt x="3904" y="8881"/>
                    <a:pt x="4371" y="2676"/>
                    <a:pt x="334" y="41"/>
                  </a:cubicBezTo>
                  <a:cubicBezTo>
                    <a:pt x="298" y="13"/>
                    <a:pt x="256" y="1"/>
                    <a:pt x="21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4"/>
            <p:cNvSpPr/>
            <p:nvPr/>
          </p:nvSpPr>
          <p:spPr>
            <a:xfrm>
              <a:off x="986706" y="3893047"/>
              <a:ext cx="56186" cy="139774"/>
            </a:xfrm>
            <a:custGeom>
              <a:avLst/>
              <a:gdLst/>
              <a:ahLst/>
              <a:cxnLst/>
              <a:rect l="l" t="t" r="r" b="b"/>
              <a:pathLst>
                <a:path w="2803" h="6973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367"/>
                    <a:pt x="201" y="701"/>
                    <a:pt x="368" y="1035"/>
                  </a:cubicBezTo>
                  <a:cubicBezTo>
                    <a:pt x="668" y="1735"/>
                    <a:pt x="1002" y="2569"/>
                    <a:pt x="1369" y="3503"/>
                  </a:cubicBezTo>
                  <a:lnTo>
                    <a:pt x="2369" y="5938"/>
                  </a:lnTo>
                  <a:cubicBezTo>
                    <a:pt x="2469" y="6305"/>
                    <a:pt x="2603" y="6639"/>
                    <a:pt x="2803" y="6972"/>
                  </a:cubicBezTo>
                  <a:cubicBezTo>
                    <a:pt x="2736" y="6605"/>
                    <a:pt x="2636" y="6238"/>
                    <a:pt x="2503" y="5905"/>
                  </a:cubicBezTo>
                  <a:cubicBezTo>
                    <a:pt x="2303" y="5238"/>
                    <a:pt x="1969" y="4370"/>
                    <a:pt x="1569" y="3403"/>
                  </a:cubicBezTo>
                  <a:cubicBezTo>
                    <a:pt x="1168" y="2436"/>
                    <a:pt x="802" y="1568"/>
                    <a:pt x="501" y="968"/>
                  </a:cubicBezTo>
                  <a:cubicBezTo>
                    <a:pt x="368" y="634"/>
                    <a:pt x="201" y="30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64"/>
            <p:cNvSpPr/>
            <p:nvPr/>
          </p:nvSpPr>
          <p:spPr>
            <a:xfrm>
              <a:off x="1183288" y="2872556"/>
              <a:ext cx="113034" cy="158636"/>
            </a:xfrm>
            <a:custGeom>
              <a:avLst/>
              <a:gdLst/>
              <a:ahLst/>
              <a:cxnLst/>
              <a:rect l="l" t="t" r="r" b="b"/>
              <a:pathLst>
                <a:path w="5639" h="7914" extrusionOk="0">
                  <a:moveTo>
                    <a:pt x="5425" y="1"/>
                  </a:moveTo>
                  <a:cubicBezTo>
                    <a:pt x="5383" y="1"/>
                    <a:pt x="5341" y="13"/>
                    <a:pt x="5305" y="41"/>
                  </a:cubicBezTo>
                  <a:cubicBezTo>
                    <a:pt x="4504" y="608"/>
                    <a:pt x="2236" y="2543"/>
                    <a:pt x="1" y="7913"/>
                  </a:cubicBezTo>
                  <a:cubicBezTo>
                    <a:pt x="1" y="7913"/>
                    <a:pt x="5538" y="5044"/>
                    <a:pt x="5638" y="208"/>
                  </a:cubicBezTo>
                  <a:cubicBezTo>
                    <a:pt x="5638" y="87"/>
                    <a:pt x="5533" y="1"/>
                    <a:pt x="5425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64"/>
            <p:cNvSpPr/>
            <p:nvPr/>
          </p:nvSpPr>
          <p:spPr>
            <a:xfrm>
              <a:off x="1183969" y="2910141"/>
              <a:ext cx="89621" cy="121052"/>
            </a:xfrm>
            <a:custGeom>
              <a:avLst/>
              <a:gdLst/>
              <a:ahLst/>
              <a:cxnLst/>
              <a:rect l="l" t="t" r="r" b="b"/>
              <a:pathLst>
                <a:path w="4471" h="6039" extrusionOk="0">
                  <a:moveTo>
                    <a:pt x="4470" y="0"/>
                  </a:moveTo>
                  <a:lnTo>
                    <a:pt x="4470" y="0"/>
                  </a:lnTo>
                  <a:cubicBezTo>
                    <a:pt x="4203" y="267"/>
                    <a:pt x="3970" y="534"/>
                    <a:pt x="3770" y="868"/>
                  </a:cubicBezTo>
                  <a:lnTo>
                    <a:pt x="2202" y="3003"/>
                  </a:lnTo>
                  <a:lnTo>
                    <a:pt x="634" y="5137"/>
                  </a:lnTo>
                  <a:cubicBezTo>
                    <a:pt x="401" y="5438"/>
                    <a:pt x="200" y="5738"/>
                    <a:pt x="0" y="6038"/>
                  </a:cubicBezTo>
                  <a:cubicBezTo>
                    <a:pt x="301" y="5805"/>
                    <a:pt x="534" y="5538"/>
                    <a:pt x="768" y="5237"/>
                  </a:cubicBezTo>
                  <a:cubicBezTo>
                    <a:pt x="1201" y="4737"/>
                    <a:pt x="1768" y="4003"/>
                    <a:pt x="2402" y="3136"/>
                  </a:cubicBezTo>
                  <a:cubicBezTo>
                    <a:pt x="3002" y="2269"/>
                    <a:pt x="3536" y="1535"/>
                    <a:pt x="3903" y="934"/>
                  </a:cubicBezTo>
                  <a:cubicBezTo>
                    <a:pt x="4103" y="668"/>
                    <a:pt x="4303" y="334"/>
                    <a:pt x="4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4"/>
            <p:cNvSpPr/>
            <p:nvPr/>
          </p:nvSpPr>
          <p:spPr>
            <a:xfrm>
              <a:off x="1064942" y="3135046"/>
              <a:ext cx="122234" cy="151560"/>
            </a:xfrm>
            <a:custGeom>
              <a:avLst/>
              <a:gdLst/>
              <a:ahLst/>
              <a:cxnLst/>
              <a:rect l="l" t="t" r="r" b="b"/>
              <a:pathLst>
                <a:path w="6098" h="7561" extrusionOk="0">
                  <a:moveTo>
                    <a:pt x="5863" y="1"/>
                  </a:moveTo>
                  <a:cubicBezTo>
                    <a:pt x="5832" y="1"/>
                    <a:pt x="5800" y="8"/>
                    <a:pt x="5772" y="22"/>
                  </a:cubicBezTo>
                  <a:cubicBezTo>
                    <a:pt x="4904" y="555"/>
                    <a:pt x="2536" y="2357"/>
                    <a:pt x="1" y="7561"/>
                  </a:cubicBezTo>
                  <a:cubicBezTo>
                    <a:pt x="1" y="7561"/>
                    <a:pt x="5671" y="5025"/>
                    <a:pt x="6072" y="222"/>
                  </a:cubicBezTo>
                  <a:cubicBezTo>
                    <a:pt x="6098" y="91"/>
                    <a:pt x="5980" y="1"/>
                    <a:pt x="5863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4"/>
            <p:cNvSpPr/>
            <p:nvPr/>
          </p:nvSpPr>
          <p:spPr>
            <a:xfrm>
              <a:off x="1066285" y="3170906"/>
              <a:ext cx="95635" cy="116361"/>
            </a:xfrm>
            <a:custGeom>
              <a:avLst/>
              <a:gdLst/>
              <a:ahLst/>
              <a:cxnLst/>
              <a:rect l="l" t="t" r="r" b="b"/>
              <a:pathLst>
                <a:path w="4771" h="5805" extrusionOk="0">
                  <a:moveTo>
                    <a:pt x="4771" y="1"/>
                  </a:moveTo>
                  <a:lnTo>
                    <a:pt x="4771" y="1"/>
                  </a:lnTo>
                  <a:cubicBezTo>
                    <a:pt x="4504" y="268"/>
                    <a:pt x="4237" y="534"/>
                    <a:pt x="4037" y="835"/>
                  </a:cubicBezTo>
                  <a:lnTo>
                    <a:pt x="2369" y="2903"/>
                  </a:lnTo>
                  <a:lnTo>
                    <a:pt x="668" y="4938"/>
                  </a:lnTo>
                  <a:cubicBezTo>
                    <a:pt x="401" y="5204"/>
                    <a:pt x="201" y="5505"/>
                    <a:pt x="0" y="5805"/>
                  </a:cubicBezTo>
                  <a:cubicBezTo>
                    <a:pt x="267" y="5571"/>
                    <a:pt x="568" y="5338"/>
                    <a:pt x="801" y="5038"/>
                  </a:cubicBezTo>
                  <a:cubicBezTo>
                    <a:pt x="1268" y="4537"/>
                    <a:pt x="1868" y="3837"/>
                    <a:pt x="2536" y="3036"/>
                  </a:cubicBezTo>
                  <a:cubicBezTo>
                    <a:pt x="3203" y="2236"/>
                    <a:pt x="3803" y="1502"/>
                    <a:pt x="4170" y="935"/>
                  </a:cubicBezTo>
                  <a:cubicBezTo>
                    <a:pt x="4404" y="668"/>
                    <a:pt x="4604" y="334"/>
                    <a:pt x="47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4"/>
            <p:cNvSpPr/>
            <p:nvPr/>
          </p:nvSpPr>
          <p:spPr>
            <a:xfrm>
              <a:off x="1127803" y="3383183"/>
              <a:ext cx="80922" cy="188944"/>
            </a:xfrm>
            <a:custGeom>
              <a:avLst/>
              <a:gdLst/>
              <a:ahLst/>
              <a:cxnLst/>
              <a:rect l="l" t="t" r="r" b="b"/>
              <a:pathLst>
                <a:path w="4037" h="9426" extrusionOk="0">
                  <a:moveTo>
                    <a:pt x="2005" y="0"/>
                  </a:moveTo>
                  <a:cubicBezTo>
                    <a:pt x="1942" y="0"/>
                    <a:pt x="1879" y="27"/>
                    <a:pt x="1835" y="85"/>
                  </a:cubicBezTo>
                  <a:cubicBezTo>
                    <a:pt x="1301" y="919"/>
                    <a:pt x="0" y="3621"/>
                    <a:pt x="134" y="9425"/>
                  </a:cubicBezTo>
                  <a:cubicBezTo>
                    <a:pt x="134" y="9425"/>
                    <a:pt x="4037" y="4588"/>
                    <a:pt x="2202" y="118"/>
                  </a:cubicBezTo>
                  <a:cubicBezTo>
                    <a:pt x="2164" y="43"/>
                    <a:pt x="2085" y="0"/>
                    <a:pt x="2005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4"/>
            <p:cNvSpPr/>
            <p:nvPr/>
          </p:nvSpPr>
          <p:spPr>
            <a:xfrm>
              <a:off x="1131151" y="3424997"/>
              <a:ext cx="32774" cy="146449"/>
            </a:xfrm>
            <a:custGeom>
              <a:avLst/>
              <a:gdLst/>
              <a:ahLst/>
              <a:cxnLst/>
              <a:rect l="l" t="t" r="r" b="b"/>
              <a:pathLst>
                <a:path w="1635" h="7306" extrusionOk="0">
                  <a:moveTo>
                    <a:pt x="1635" y="0"/>
                  </a:moveTo>
                  <a:lnTo>
                    <a:pt x="1635" y="0"/>
                  </a:lnTo>
                  <a:cubicBezTo>
                    <a:pt x="1501" y="334"/>
                    <a:pt x="1401" y="701"/>
                    <a:pt x="1368" y="1068"/>
                  </a:cubicBezTo>
                  <a:cubicBezTo>
                    <a:pt x="1201" y="1802"/>
                    <a:pt x="1001" y="2669"/>
                    <a:pt x="801" y="3636"/>
                  </a:cubicBezTo>
                  <a:lnTo>
                    <a:pt x="234" y="6238"/>
                  </a:lnTo>
                  <a:cubicBezTo>
                    <a:pt x="134" y="6605"/>
                    <a:pt x="67" y="6939"/>
                    <a:pt x="0" y="7306"/>
                  </a:cubicBezTo>
                  <a:cubicBezTo>
                    <a:pt x="167" y="7005"/>
                    <a:pt x="300" y="6639"/>
                    <a:pt x="400" y="6272"/>
                  </a:cubicBezTo>
                  <a:cubicBezTo>
                    <a:pt x="567" y="5638"/>
                    <a:pt x="801" y="4704"/>
                    <a:pt x="1034" y="3703"/>
                  </a:cubicBezTo>
                  <a:cubicBezTo>
                    <a:pt x="1234" y="2702"/>
                    <a:pt x="1401" y="1768"/>
                    <a:pt x="1535" y="1101"/>
                  </a:cubicBezTo>
                  <a:cubicBezTo>
                    <a:pt x="1601" y="734"/>
                    <a:pt x="1635" y="367"/>
                    <a:pt x="16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4"/>
            <p:cNvSpPr/>
            <p:nvPr/>
          </p:nvSpPr>
          <p:spPr>
            <a:xfrm>
              <a:off x="1052915" y="3753554"/>
              <a:ext cx="119027" cy="153545"/>
            </a:xfrm>
            <a:custGeom>
              <a:avLst/>
              <a:gdLst/>
              <a:ahLst/>
              <a:cxnLst/>
              <a:rect l="l" t="t" r="r" b="b"/>
              <a:pathLst>
                <a:path w="5938" h="7660" extrusionOk="0">
                  <a:moveTo>
                    <a:pt x="5726" y="0"/>
                  </a:moveTo>
                  <a:cubicBezTo>
                    <a:pt x="5696" y="0"/>
                    <a:pt x="5666" y="7"/>
                    <a:pt x="5638" y="21"/>
                  </a:cubicBezTo>
                  <a:cubicBezTo>
                    <a:pt x="4804" y="555"/>
                    <a:pt x="2435" y="2423"/>
                    <a:pt x="0" y="7660"/>
                  </a:cubicBezTo>
                  <a:cubicBezTo>
                    <a:pt x="0" y="7660"/>
                    <a:pt x="5604" y="5025"/>
                    <a:pt x="5938" y="221"/>
                  </a:cubicBezTo>
                  <a:cubicBezTo>
                    <a:pt x="5938" y="90"/>
                    <a:pt x="5835" y="0"/>
                    <a:pt x="5726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4"/>
            <p:cNvSpPr/>
            <p:nvPr/>
          </p:nvSpPr>
          <p:spPr>
            <a:xfrm>
              <a:off x="1052915" y="3790076"/>
              <a:ext cx="94973" cy="118366"/>
            </a:xfrm>
            <a:custGeom>
              <a:avLst/>
              <a:gdLst/>
              <a:ahLst/>
              <a:cxnLst/>
              <a:rect l="l" t="t" r="r" b="b"/>
              <a:pathLst>
                <a:path w="4738" h="5905" extrusionOk="0">
                  <a:moveTo>
                    <a:pt x="4737" y="0"/>
                  </a:moveTo>
                  <a:lnTo>
                    <a:pt x="4737" y="0"/>
                  </a:lnTo>
                  <a:cubicBezTo>
                    <a:pt x="4470" y="267"/>
                    <a:pt x="4237" y="534"/>
                    <a:pt x="4003" y="834"/>
                  </a:cubicBezTo>
                  <a:lnTo>
                    <a:pt x="2335" y="2936"/>
                  </a:lnTo>
                  <a:lnTo>
                    <a:pt x="667" y="5004"/>
                  </a:lnTo>
                  <a:cubicBezTo>
                    <a:pt x="434" y="5271"/>
                    <a:pt x="200" y="5571"/>
                    <a:pt x="0" y="5905"/>
                  </a:cubicBezTo>
                  <a:cubicBezTo>
                    <a:pt x="301" y="5671"/>
                    <a:pt x="567" y="5404"/>
                    <a:pt x="801" y="5104"/>
                  </a:cubicBezTo>
                  <a:cubicBezTo>
                    <a:pt x="1268" y="4604"/>
                    <a:pt x="1868" y="3903"/>
                    <a:pt x="2502" y="3069"/>
                  </a:cubicBezTo>
                  <a:cubicBezTo>
                    <a:pt x="3169" y="2269"/>
                    <a:pt x="3703" y="1502"/>
                    <a:pt x="4103" y="968"/>
                  </a:cubicBezTo>
                  <a:cubicBezTo>
                    <a:pt x="4337" y="668"/>
                    <a:pt x="4570" y="334"/>
                    <a:pt x="47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4"/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64"/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4"/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64"/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64"/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3" name="Google Shape;2173;p64"/>
          <p:cNvGrpSpPr/>
          <p:nvPr/>
        </p:nvGrpSpPr>
        <p:grpSpPr>
          <a:xfrm flipH="1">
            <a:off x="634230" y="4224885"/>
            <a:ext cx="551967" cy="915573"/>
            <a:chOff x="731955" y="3388996"/>
            <a:chExt cx="355077" cy="588982"/>
          </a:xfrm>
        </p:grpSpPr>
        <p:sp>
          <p:nvSpPr>
            <p:cNvPr id="2174" name="Google Shape;2174;p64"/>
            <p:cNvSpPr/>
            <p:nvPr/>
          </p:nvSpPr>
          <p:spPr>
            <a:xfrm>
              <a:off x="828251" y="3419645"/>
              <a:ext cx="215323" cy="555667"/>
            </a:xfrm>
            <a:custGeom>
              <a:avLst/>
              <a:gdLst/>
              <a:ahLst/>
              <a:cxnLst/>
              <a:rect l="l" t="t" r="r" b="b"/>
              <a:pathLst>
                <a:path w="10742" h="27721" extrusionOk="0">
                  <a:moveTo>
                    <a:pt x="0" y="1"/>
                  </a:moveTo>
                  <a:lnTo>
                    <a:pt x="0" y="434"/>
                  </a:lnTo>
                  <a:cubicBezTo>
                    <a:pt x="0" y="801"/>
                    <a:pt x="34" y="1302"/>
                    <a:pt x="67" y="1935"/>
                  </a:cubicBezTo>
                  <a:cubicBezTo>
                    <a:pt x="134" y="3236"/>
                    <a:pt x="234" y="5104"/>
                    <a:pt x="334" y="7306"/>
                  </a:cubicBezTo>
                  <a:cubicBezTo>
                    <a:pt x="768" y="9574"/>
                    <a:pt x="1902" y="12076"/>
                    <a:pt x="3436" y="14478"/>
                  </a:cubicBezTo>
                  <a:cubicBezTo>
                    <a:pt x="4570" y="16279"/>
                    <a:pt x="5738" y="17880"/>
                    <a:pt x="6772" y="19381"/>
                  </a:cubicBezTo>
                  <a:cubicBezTo>
                    <a:pt x="7706" y="20715"/>
                    <a:pt x="8540" y="22083"/>
                    <a:pt x="9274" y="23517"/>
                  </a:cubicBezTo>
                  <a:cubicBezTo>
                    <a:pt x="9741" y="24485"/>
                    <a:pt x="10141" y="25519"/>
                    <a:pt x="10441" y="26553"/>
                  </a:cubicBezTo>
                  <a:cubicBezTo>
                    <a:pt x="10541" y="26920"/>
                    <a:pt x="10608" y="27220"/>
                    <a:pt x="10641" y="27420"/>
                  </a:cubicBezTo>
                  <a:cubicBezTo>
                    <a:pt x="10675" y="27520"/>
                    <a:pt x="10708" y="27620"/>
                    <a:pt x="10741" y="27720"/>
                  </a:cubicBezTo>
                  <a:cubicBezTo>
                    <a:pt x="10741" y="27620"/>
                    <a:pt x="10708" y="27520"/>
                    <a:pt x="10708" y="27420"/>
                  </a:cubicBezTo>
                  <a:cubicBezTo>
                    <a:pt x="10675" y="27220"/>
                    <a:pt x="10608" y="26920"/>
                    <a:pt x="10541" y="26553"/>
                  </a:cubicBezTo>
                  <a:cubicBezTo>
                    <a:pt x="10274" y="25486"/>
                    <a:pt x="9907" y="24451"/>
                    <a:pt x="9407" y="23451"/>
                  </a:cubicBezTo>
                  <a:cubicBezTo>
                    <a:pt x="8707" y="22016"/>
                    <a:pt x="7873" y="20615"/>
                    <a:pt x="6939" y="19281"/>
                  </a:cubicBezTo>
                  <a:cubicBezTo>
                    <a:pt x="5938" y="17747"/>
                    <a:pt x="4770" y="16145"/>
                    <a:pt x="3603" y="14378"/>
                  </a:cubicBezTo>
                  <a:cubicBezTo>
                    <a:pt x="2068" y="11942"/>
                    <a:pt x="934" y="9507"/>
                    <a:pt x="534" y="7272"/>
                  </a:cubicBezTo>
                  <a:cubicBezTo>
                    <a:pt x="367" y="5071"/>
                    <a:pt x="234" y="3203"/>
                    <a:pt x="134" y="1902"/>
                  </a:cubicBezTo>
                  <a:cubicBezTo>
                    <a:pt x="100" y="1268"/>
                    <a:pt x="67" y="768"/>
                    <a:pt x="34" y="401"/>
                  </a:cubicBezTo>
                  <a:cubicBezTo>
                    <a:pt x="34" y="234"/>
                    <a:pt x="0" y="10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64"/>
            <p:cNvSpPr/>
            <p:nvPr/>
          </p:nvSpPr>
          <p:spPr>
            <a:xfrm>
              <a:off x="892435" y="3550037"/>
              <a:ext cx="12067" cy="150458"/>
            </a:xfrm>
            <a:custGeom>
              <a:avLst/>
              <a:gdLst/>
              <a:ahLst/>
              <a:cxnLst/>
              <a:rect l="l" t="t" r="r" b="b"/>
              <a:pathLst>
                <a:path w="602" h="7506" extrusionOk="0">
                  <a:moveTo>
                    <a:pt x="568" y="0"/>
                  </a:moveTo>
                  <a:lnTo>
                    <a:pt x="568" y="0"/>
                  </a:lnTo>
                  <a:cubicBezTo>
                    <a:pt x="468" y="367"/>
                    <a:pt x="401" y="734"/>
                    <a:pt x="368" y="1101"/>
                  </a:cubicBezTo>
                  <a:cubicBezTo>
                    <a:pt x="301" y="1768"/>
                    <a:pt x="201" y="2702"/>
                    <a:pt x="134" y="3736"/>
                  </a:cubicBezTo>
                  <a:cubicBezTo>
                    <a:pt x="67" y="4770"/>
                    <a:pt x="34" y="5704"/>
                    <a:pt x="34" y="6405"/>
                  </a:cubicBezTo>
                  <a:cubicBezTo>
                    <a:pt x="1" y="6772"/>
                    <a:pt x="34" y="7139"/>
                    <a:pt x="101" y="7506"/>
                  </a:cubicBezTo>
                  <a:cubicBezTo>
                    <a:pt x="167" y="7139"/>
                    <a:pt x="201" y="6772"/>
                    <a:pt x="201" y="6405"/>
                  </a:cubicBezTo>
                  <a:cubicBezTo>
                    <a:pt x="234" y="5638"/>
                    <a:pt x="301" y="4737"/>
                    <a:pt x="368" y="3736"/>
                  </a:cubicBezTo>
                  <a:cubicBezTo>
                    <a:pt x="434" y="2769"/>
                    <a:pt x="501" y="1868"/>
                    <a:pt x="534" y="1101"/>
                  </a:cubicBezTo>
                  <a:cubicBezTo>
                    <a:pt x="601" y="734"/>
                    <a:pt x="601" y="367"/>
                    <a:pt x="5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64"/>
            <p:cNvSpPr/>
            <p:nvPr/>
          </p:nvSpPr>
          <p:spPr>
            <a:xfrm>
              <a:off x="847634" y="3508264"/>
              <a:ext cx="82265" cy="192232"/>
            </a:xfrm>
            <a:custGeom>
              <a:avLst/>
              <a:gdLst/>
              <a:ahLst/>
              <a:cxnLst/>
              <a:rect l="l" t="t" r="r" b="b"/>
              <a:pathLst>
                <a:path w="4104" h="9590" extrusionOk="0">
                  <a:moveTo>
                    <a:pt x="3161" y="0"/>
                  </a:moveTo>
                  <a:cubicBezTo>
                    <a:pt x="3104" y="0"/>
                    <a:pt x="3045" y="27"/>
                    <a:pt x="3003" y="83"/>
                  </a:cubicBezTo>
                  <a:cubicBezTo>
                    <a:pt x="1" y="3852"/>
                    <a:pt x="2369" y="9590"/>
                    <a:pt x="2369" y="9590"/>
                  </a:cubicBezTo>
                  <a:cubicBezTo>
                    <a:pt x="4104" y="4086"/>
                    <a:pt x="3603" y="1117"/>
                    <a:pt x="3336" y="150"/>
                  </a:cubicBezTo>
                  <a:cubicBezTo>
                    <a:pt x="3317" y="52"/>
                    <a:pt x="3241" y="0"/>
                    <a:pt x="316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64"/>
            <p:cNvSpPr/>
            <p:nvPr/>
          </p:nvSpPr>
          <p:spPr>
            <a:xfrm>
              <a:off x="1041550" y="3828863"/>
              <a:ext cx="22751" cy="148453"/>
            </a:xfrm>
            <a:custGeom>
              <a:avLst/>
              <a:gdLst/>
              <a:ahLst/>
              <a:cxnLst/>
              <a:rect l="l" t="t" r="r" b="b"/>
              <a:pathLst>
                <a:path w="1135" h="7406" extrusionOk="0">
                  <a:moveTo>
                    <a:pt x="1134" y="0"/>
                  </a:moveTo>
                  <a:lnTo>
                    <a:pt x="1134" y="0"/>
                  </a:lnTo>
                  <a:cubicBezTo>
                    <a:pt x="1001" y="334"/>
                    <a:pt x="901" y="701"/>
                    <a:pt x="868" y="1068"/>
                  </a:cubicBezTo>
                  <a:cubicBezTo>
                    <a:pt x="701" y="1735"/>
                    <a:pt x="534" y="2669"/>
                    <a:pt x="401" y="3670"/>
                  </a:cubicBezTo>
                  <a:cubicBezTo>
                    <a:pt x="234" y="4704"/>
                    <a:pt x="134" y="5638"/>
                    <a:pt x="67" y="6305"/>
                  </a:cubicBezTo>
                  <a:cubicBezTo>
                    <a:pt x="0" y="6672"/>
                    <a:pt x="0" y="7072"/>
                    <a:pt x="67" y="7406"/>
                  </a:cubicBezTo>
                  <a:cubicBezTo>
                    <a:pt x="167" y="7072"/>
                    <a:pt x="234" y="6705"/>
                    <a:pt x="234" y="6338"/>
                  </a:cubicBezTo>
                  <a:lnTo>
                    <a:pt x="634" y="3703"/>
                  </a:lnTo>
                  <a:cubicBezTo>
                    <a:pt x="801" y="2735"/>
                    <a:pt x="934" y="1835"/>
                    <a:pt x="1068" y="1101"/>
                  </a:cubicBezTo>
                  <a:cubicBezTo>
                    <a:pt x="1134" y="734"/>
                    <a:pt x="1134" y="367"/>
                    <a:pt x="1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64"/>
            <p:cNvSpPr/>
            <p:nvPr/>
          </p:nvSpPr>
          <p:spPr>
            <a:xfrm>
              <a:off x="1004767" y="3787751"/>
              <a:ext cx="82265" cy="190227"/>
            </a:xfrm>
            <a:custGeom>
              <a:avLst/>
              <a:gdLst/>
              <a:ahLst/>
              <a:cxnLst/>
              <a:rect l="l" t="t" r="r" b="b"/>
              <a:pathLst>
                <a:path w="4104" h="9490" extrusionOk="0">
                  <a:moveTo>
                    <a:pt x="3474" y="1"/>
                  </a:moveTo>
                  <a:cubicBezTo>
                    <a:pt x="3410" y="1"/>
                    <a:pt x="3345" y="27"/>
                    <a:pt x="3303" y="83"/>
                  </a:cubicBezTo>
                  <a:cubicBezTo>
                    <a:pt x="1" y="3586"/>
                    <a:pt x="1935" y="9490"/>
                    <a:pt x="1935" y="9490"/>
                  </a:cubicBezTo>
                  <a:cubicBezTo>
                    <a:pt x="4104" y="4119"/>
                    <a:pt x="3837" y="1151"/>
                    <a:pt x="3670" y="150"/>
                  </a:cubicBezTo>
                  <a:cubicBezTo>
                    <a:pt x="3650" y="53"/>
                    <a:pt x="3563" y="1"/>
                    <a:pt x="347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4"/>
            <p:cNvSpPr/>
            <p:nvPr/>
          </p:nvSpPr>
          <p:spPr>
            <a:xfrm>
              <a:off x="731955" y="3388996"/>
              <a:ext cx="102330" cy="171084"/>
            </a:xfrm>
            <a:custGeom>
              <a:avLst/>
              <a:gdLst/>
              <a:ahLst/>
              <a:cxnLst/>
              <a:rect l="l" t="t" r="r" b="b"/>
              <a:pathLst>
                <a:path w="5105" h="8535" extrusionOk="0">
                  <a:moveTo>
                    <a:pt x="727" y="0"/>
                  </a:moveTo>
                  <a:cubicBezTo>
                    <a:pt x="626" y="0"/>
                    <a:pt x="535" y="82"/>
                    <a:pt x="535" y="195"/>
                  </a:cubicBezTo>
                  <a:cubicBezTo>
                    <a:pt x="1" y="4965"/>
                    <a:pt x="5105" y="8535"/>
                    <a:pt x="5105" y="8535"/>
                  </a:cubicBezTo>
                  <a:cubicBezTo>
                    <a:pt x="3603" y="2931"/>
                    <a:pt x="1602" y="696"/>
                    <a:pt x="868" y="62"/>
                  </a:cubicBezTo>
                  <a:cubicBezTo>
                    <a:pt x="825" y="19"/>
                    <a:pt x="775" y="0"/>
                    <a:pt x="7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4"/>
            <p:cNvSpPr/>
            <p:nvPr/>
          </p:nvSpPr>
          <p:spPr>
            <a:xfrm>
              <a:off x="760719" y="3428344"/>
              <a:ext cx="72222" cy="131736"/>
            </a:xfrm>
            <a:custGeom>
              <a:avLst/>
              <a:gdLst/>
              <a:ahLst/>
              <a:cxnLst/>
              <a:rect l="l" t="t" r="r" b="b"/>
              <a:pathLst>
                <a:path w="3603" h="6572" extrusionOk="0">
                  <a:moveTo>
                    <a:pt x="0" y="0"/>
                  </a:moveTo>
                  <a:lnTo>
                    <a:pt x="0" y="0"/>
                  </a:lnTo>
                  <a:cubicBezTo>
                    <a:pt x="100" y="334"/>
                    <a:pt x="234" y="701"/>
                    <a:pt x="434" y="1001"/>
                  </a:cubicBezTo>
                  <a:cubicBezTo>
                    <a:pt x="734" y="1635"/>
                    <a:pt x="1134" y="2469"/>
                    <a:pt x="1635" y="3369"/>
                  </a:cubicBezTo>
                  <a:cubicBezTo>
                    <a:pt x="2135" y="4303"/>
                    <a:pt x="2602" y="5104"/>
                    <a:pt x="2969" y="5671"/>
                  </a:cubicBezTo>
                  <a:cubicBezTo>
                    <a:pt x="3136" y="6005"/>
                    <a:pt x="3369" y="6305"/>
                    <a:pt x="3603" y="6572"/>
                  </a:cubicBezTo>
                  <a:cubicBezTo>
                    <a:pt x="3469" y="6238"/>
                    <a:pt x="3303" y="5904"/>
                    <a:pt x="3102" y="5604"/>
                  </a:cubicBezTo>
                  <a:cubicBezTo>
                    <a:pt x="2736" y="4937"/>
                    <a:pt x="2302" y="4137"/>
                    <a:pt x="1868" y="3269"/>
                  </a:cubicBezTo>
                  <a:lnTo>
                    <a:pt x="601" y="934"/>
                  </a:lnTo>
                  <a:cubicBezTo>
                    <a:pt x="434" y="601"/>
                    <a:pt x="234" y="2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4"/>
            <p:cNvSpPr/>
            <p:nvPr/>
          </p:nvSpPr>
          <p:spPr>
            <a:xfrm>
              <a:off x="845169" y="3744975"/>
              <a:ext cx="157614" cy="115319"/>
            </a:xfrm>
            <a:custGeom>
              <a:avLst/>
              <a:gdLst/>
              <a:ahLst/>
              <a:cxnLst/>
              <a:rect l="l" t="t" r="r" b="b"/>
              <a:pathLst>
                <a:path w="7863" h="5753" extrusionOk="0">
                  <a:moveTo>
                    <a:pt x="227" y="0"/>
                  </a:moveTo>
                  <a:cubicBezTo>
                    <a:pt x="111" y="0"/>
                    <a:pt x="1" y="141"/>
                    <a:pt x="57" y="282"/>
                  </a:cubicBezTo>
                  <a:cubicBezTo>
                    <a:pt x="1691" y="4786"/>
                    <a:pt x="7863" y="5753"/>
                    <a:pt x="7863" y="5753"/>
                  </a:cubicBezTo>
                  <a:cubicBezTo>
                    <a:pt x="4026" y="1383"/>
                    <a:pt x="1258" y="282"/>
                    <a:pt x="290" y="16"/>
                  </a:cubicBezTo>
                  <a:cubicBezTo>
                    <a:pt x="270" y="5"/>
                    <a:pt x="248" y="0"/>
                    <a:pt x="22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4"/>
            <p:cNvSpPr/>
            <p:nvPr/>
          </p:nvSpPr>
          <p:spPr>
            <a:xfrm>
              <a:off x="878403" y="3774702"/>
              <a:ext cx="123036" cy="86274"/>
            </a:xfrm>
            <a:custGeom>
              <a:avLst/>
              <a:gdLst/>
              <a:ahLst/>
              <a:cxnLst/>
              <a:rect l="l" t="t" r="r" b="b"/>
              <a:pathLst>
                <a:path w="6138" h="4304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267"/>
                    <a:pt x="534" y="501"/>
                    <a:pt x="834" y="734"/>
                  </a:cubicBezTo>
                  <a:cubicBezTo>
                    <a:pt x="1368" y="1134"/>
                    <a:pt x="2102" y="1701"/>
                    <a:pt x="2969" y="2302"/>
                  </a:cubicBezTo>
                  <a:cubicBezTo>
                    <a:pt x="3803" y="2936"/>
                    <a:pt x="4570" y="3436"/>
                    <a:pt x="5170" y="3803"/>
                  </a:cubicBezTo>
                  <a:cubicBezTo>
                    <a:pt x="5471" y="4003"/>
                    <a:pt x="5804" y="4170"/>
                    <a:pt x="6138" y="4303"/>
                  </a:cubicBezTo>
                  <a:cubicBezTo>
                    <a:pt x="5871" y="4070"/>
                    <a:pt x="5571" y="3836"/>
                    <a:pt x="5237" y="3670"/>
                  </a:cubicBezTo>
                  <a:cubicBezTo>
                    <a:pt x="4637" y="3203"/>
                    <a:pt x="3903" y="2702"/>
                    <a:pt x="3102" y="2135"/>
                  </a:cubicBezTo>
                  <a:lnTo>
                    <a:pt x="934" y="601"/>
                  </a:lnTo>
                  <a:cubicBezTo>
                    <a:pt x="634" y="367"/>
                    <a:pt x="334" y="1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Contact Us for </a:t>
            </a:r>
            <a:r>
              <a:rPr lang="en-US" dirty="0" err="1" smtClean="0"/>
              <a:t>Inverstment</a:t>
            </a:r>
            <a:r>
              <a:rPr lang="en-US" dirty="0" smtClean="0"/>
              <a:t>: 03284357188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ato Slideshow by Slidesgo">
  <a:themeElements>
    <a:clrScheme name="Simple Light">
      <a:dk1>
        <a:srgbClr val="263238"/>
      </a:dk1>
      <a:lt1>
        <a:srgbClr val="FFFFFF"/>
      </a:lt1>
      <a:dk2>
        <a:srgbClr val="263238"/>
      </a:dk2>
      <a:lt2>
        <a:srgbClr val="EEEEEE"/>
      </a:lt2>
      <a:accent1>
        <a:srgbClr val="F5F5F5"/>
      </a:accent1>
      <a:accent2>
        <a:srgbClr val="407BFF"/>
      </a:accent2>
      <a:accent3>
        <a:srgbClr val="305DBF"/>
      </a:accent3>
      <a:accent4>
        <a:srgbClr val="455A64"/>
      </a:accent4>
      <a:accent5>
        <a:srgbClr val="E0E0E0"/>
      </a:accent5>
      <a:accent6>
        <a:srgbClr val="203E80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201</Words>
  <Application>Microsoft Office PowerPoint</Application>
  <PresentationFormat>On-screen Show (16:9)</PresentationFormat>
  <Paragraphs>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Fredoka One</vt:lpstr>
      <vt:lpstr>Arial</vt:lpstr>
      <vt:lpstr>Raleway</vt:lpstr>
      <vt:lpstr>Retato Slideshow by Slidesgo</vt:lpstr>
      <vt:lpstr>     </vt:lpstr>
      <vt:lpstr>Problem</vt:lpstr>
      <vt:lpstr>Problem</vt:lpstr>
      <vt:lpstr>What Madadgar Does?</vt:lpstr>
      <vt:lpstr>How It Works?</vt:lpstr>
      <vt:lpstr>Core Features</vt:lpstr>
      <vt:lpstr>Smart Chatbot</vt:lpstr>
      <vt:lpstr>Tech Stack</vt:lpstr>
      <vt:lpstr> Why It Matters?</vt:lpstr>
      <vt:lpstr>Empowering Students with AI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</dc:title>
  <cp:lastModifiedBy>HP</cp:lastModifiedBy>
  <cp:revision>14</cp:revision>
  <dcterms:modified xsi:type="dcterms:W3CDTF">2026-05-15T01:22:17Z</dcterms:modified>
</cp:coreProperties>
</file>